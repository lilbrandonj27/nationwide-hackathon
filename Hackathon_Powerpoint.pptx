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3"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6858000" cy="9144000"/>
  <p:embeddedFontLst>
    <p:embeddedFont>
      <p:font typeface="Roboto"/>
      <p:regular r:id="rId20"/>
      <p:bold r:id="rId21"/>
      <p:italic r:id="rId22"/>
      <p:boldItalic r:id="rId23"/>
    </p:embeddedFont>
    <p:embeddedFont>
      <p:font typeface="Montserrat"/>
      <p:regular r:id="rId24"/>
      <p:bold r:id="rId25"/>
      <p:italic r:id="rId26"/>
      <p:boldItalic r:id="rId27"/>
    </p:embeddedFont>
    <p:embeddedFont>
      <p:font typeface="Lato"/>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regular.fntdata"/><Relationship Id="rId22" Type="http://schemas.openxmlformats.org/officeDocument/2006/relationships/font" Target="fonts/Roboto-italic.fntdata"/><Relationship Id="rId21" Type="http://schemas.openxmlformats.org/officeDocument/2006/relationships/font" Target="fonts/Roboto-bold.fntdata"/><Relationship Id="rId24" Type="http://schemas.openxmlformats.org/officeDocument/2006/relationships/font" Target="fonts/Montserrat-regular.fntdata"/><Relationship Id="rId23" Type="http://schemas.openxmlformats.org/officeDocument/2006/relationships/font" Target="fonts/Roboto-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Montserrat-italic.fntdata"/><Relationship Id="rId25" Type="http://schemas.openxmlformats.org/officeDocument/2006/relationships/font" Target="fonts/Montserrat-bold.fntdata"/><Relationship Id="rId28" Type="http://schemas.openxmlformats.org/officeDocument/2006/relationships/font" Target="fonts/Lato-regular.fntdata"/><Relationship Id="rId27" Type="http://schemas.openxmlformats.org/officeDocument/2006/relationships/font" Target="fonts/Montserrat-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Lato-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Lato-boldItalic.fntdata"/><Relationship Id="rId30" Type="http://schemas.openxmlformats.org/officeDocument/2006/relationships/font" Target="fonts/Lato-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1f87997393_0_7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1f87997393_0_7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d0a9cce732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3d0a9cce732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1f87997393_0_7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1f87997393_0_7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1f87997393_0_8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1f87997393_0_8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1f87997393_0_8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1f87997393_0_8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d0a9cce732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3d0a9cce732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1f87997393_0_8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1f87997393_0_8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1f87997393_0_8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1f87997393_0_8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3d0a9cce732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3d0a9cce732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1f87997393_0_10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1f87997393_0_10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3d0a9cce732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6" name="Google Shape;336;g3d0a9cce732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3d0a9cce732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2" name="Google Shape;342;g3d0a9cce732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3d0a9cce732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8" name="Google Shape;348;g3d0a9cce732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1f87997393_0_12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4" name="Google Shape;354;g1f87997393_0_12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6.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ppt/slides/slide3.xml"/><Relationship Id="rId3" Type="http://schemas.openxmlformats.org/officeDocument/2006/relationships/slide" Target="/ppt/slides/slide3.xml"/><Relationship Id="rId4" Type="http://schemas.openxmlformats.org/officeDocument/2006/relationships/slide" Target="/ppt/slides/slide3.xml"/><Relationship Id="rId5" Type="http://schemas.openxmlformats.org/officeDocument/2006/relationships/slide" Target="/ppt/slides/slide3.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ppt/slides/slide3.xml"/><Relationship Id="rId3" Type="http://schemas.openxmlformats.org/officeDocument/2006/relationships/slide" Target="/ppt/slides/slide3.xml"/><Relationship Id="rId4" Type="http://schemas.openxmlformats.org/officeDocument/2006/relationships/slide" Target="/ppt/slides/slide3.xml"/><Relationship Id="rId5" Type="http://schemas.openxmlformats.org/officeDocument/2006/relationships/slide" Target="/ppt/slides/slide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ppt/slides/slide3.xml"/><Relationship Id="rId3" Type="http://schemas.openxmlformats.org/officeDocument/2006/relationships/slide" Target="/ppt/slides/slide3.xml"/><Relationship Id="rId4" Type="http://schemas.openxmlformats.org/officeDocument/2006/relationships/slide" Target="/ppt/slides/slide3.xml"/><Relationship Id="rId5" Type="http://schemas.openxmlformats.org/officeDocument/2006/relationships/slide" Target="/ppt/slides/slide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ppt/slides/slide3.xml"/><Relationship Id="rId3" Type="http://schemas.openxmlformats.org/officeDocument/2006/relationships/slide" Target="/ppt/slides/slide3.xml"/><Relationship Id="rId4" Type="http://schemas.openxmlformats.org/officeDocument/2006/relationships/slide" Target="/ppt/slides/slide3.xml"/><Relationship Id="rId5" Type="http://schemas.openxmlformats.org/officeDocument/2006/relationships/slide" Target="/ppt/slides/slide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ppt/slides/slide3.xml"/><Relationship Id="rId3" Type="http://schemas.openxmlformats.org/officeDocument/2006/relationships/slide" Target="/ppt/slides/slide3.xml"/><Relationship Id="rId4" Type="http://schemas.openxmlformats.org/officeDocument/2006/relationships/slide" Target="/ppt/slides/slide3.xml"/><Relationship Id="rId5" Type="http://schemas.openxmlformats.org/officeDocument/2006/relationships/slide" Target="/ppt/slides/slide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ppt/slides/slide3.xml"/><Relationship Id="rId3" Type="http://schemas.openxmlformats.org/officeDocument/2006/relationships/slide" Target="/ppt/slides/slide3.xml"/><Relationship Id="rId4" Type="http://schemas.openxmlformats.org/officeDocument/2006/relationships/slide" Target="/ppt/slides/slide3.xml"/><Relationship Id="rId5" Type="http://schemas.openxmlformats.org/officeDocument/2006/relationships/slide" Target="/ppt/slides/slide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ppt/slides/slide3.xml"/><Relationship Id="rId3" Type="http://schemas.openxmlformats.org/officeDocument/2006/relationships/slide" Target="/ppt/slides/slide3.xml"/><Relationship Id="rId4" Type="http://schemas.openxmlformats.org/officeDocument/2006/relationships/slide" Target="/ppt/slides/slide3.xml"/><Relationship Id="rId5" Type="http://schemas.openxmlformats.org/officeDocument/2006/relationships/slide" Target="/ppt/slides/slide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ppt/slides/slide3.xml"/><Relationship Id="rId3" Type="http://schemas.openxmlformats.org/officeDocument/2006/relationships/slide" Target="/ppt/slides/slide3.xml"/><Relationship Id="rId4" Type="http://schemas.openxmlformats.org/officeDocument/2006/relationships/slide" Target="/ppt/slides/slide3.xml"/><Relationship Id="rId5" Type="http://schemas.openxmlformats.org/officeDocument/2006/relationships/slide" Target="/ppt/slides/slide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ppt/slides/slide3.xml"/><Relationship Id="rId3" Type="http://schemas.openxmlformats.org/officeDocument/2006/relationships/slide" Target="/ppt/slides/slide3.xml"/><Relationship Id="rId4" Type="http://schemas.openxmlformats.org/officeDocument/2006/relationships/slide" Target="/ppt/slides/slide3.xml"/><Relationship Id="rId5" Type="http://schemas.openxmlformats.org/officeDocument/2006/relationships/slide" Target="/ppt/slides/slide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ppt/slides/slide3.xml"/><Relationship Id="rId3" Type="http://schemas.openxmlformats.org/officeDocument/2006/relationships/slide" Target="/ppt/slides/slide3.xml"/><Relationship Id="rId4" Type="http://schemas.openxmlformats.org/officeDocument/2006/relationships/slide" Target="/ppt/slides/slide3.xml"/><Relationship Id="rId5" Type="http://schemas.openxmlformats.org/officeDocument/2006/relationships/slide" Target="/ppt/slides/slide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ppt/slides/slide3.xml"/><Relationship Id="rId3" Type="http://schemas.openxmlformats.org/officeDocument/2006/relationships/slide" Target="/ppt/slides/slide3.xml"/><Relationship Id="rId4" Type="http://schemas.openxmlformats.org/officeDocument/2006/relationships/slide" Target="/ppt/slides/slide3.xml"/><Relationship Id="rId5" Type="http://schemas.openxmlformats.org/officeDocument/2006/relationships/slide" Target="/ppt/slides/slide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slide" Target="/ppt/slides/slide3.xml"/><Relationship Id="rId4" Type="http://schemas.openxmlformats.org/officeDocument/2006/relationships/slide" Target="/ppt/slides/slide3.xml"/><Relationship Id="rId5" Type="http://schemas.openxmlformats.org/officeDocument/2006/relationships/slide" Target="/ppt/slides/slide3.xml"/><Relationship Id="rId6" Type="http://schemas.openxmlformats.org/officeDocument/2006/relationships/slide" Target="/ppt/slides/slide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pic>
        <p:nvPicPr>
          <p:cNvPr descr="offset_comp_406605.jpg" id="10" name="Google Shape;10;p2"/>
          <p:cNvPicPr preferRelativeResize="0"/>
          <p:nvPr/>
        </p:nvPicPr>
        <p:blipFill rotWithShape="1">
          <a:blip r:embed="rId2">
            <a:alphaModFix amt="66000"/>
          </a:blip>
          <a:srcRect b="39566" l="20992" r="40113" t="2691"/>
          <a:stretch/>
        </p:blipFill>
        <p:spPr>
          <a:xfrm>
            <a:off x="0" y="0"/>
            <a:ext cx="5157900" cy="5143500"/>
          </a:xfrm>
          <a:prstGeom prst="rtTriangle">
            <a:avLst/>
          </a:prstGeom>
          <a:noFill/>
          <a:ln>
            <a:noFill/>
          </a:ln>
        </p:spPr>
      </p:pic>
      <p:pic>
        <p:nvPicPr>
          <p:cNvPr descr="offset_comp_342327_edtied.jpg" id="11" name="Google Shape;11;p2"/>
          <p:cNvPicPr preferRelativeResize="0"/>
          <p:nvPr/>
        </p:nvPicPr>
        <p:blipFill rotWithShape="1">
          <a:blip r:embed="rId3">
            <a:alphaModFix amt="31000"/>
          </a:blip>
          <a:srcRect b="11298" l="14010" r="43290" t="35834"/>
          <a:stretch/>
        </p:blipFill>
        <p:spPr>
          <a:xfrm rot="10800000">
            <a:off x="6976800" y="-25"/>
            <a:ext cx="2167200" cy="2012700"/>
          </a:xfrm>
          <a:prstGeom prst="rtTriangle">
            <a:avLst/>
          </a:prstGeom>
          <a:noFill/>
          <a:ln>
            <a:noFill/>
          </a:ln>
        </p:spPr>
      </p:pic>
      <p:sp>
        <p:nvSpPr>
          <p:cNvPr id="12" name="Google Shape;12;p2"/>
          <p:cNvSpPr txBox="1"/>
          <p:nvPr>
            <p:ph type="ctrTitle"/>
          </p:nvPr>
        </p:nvSpPr>
        <p:spPr>
          <a:xfrm>
            <a:off x="3537150" y="1578400"/>
            <a:ext cx="5017500" cy="1578900"/>
          </a:xfrm>
          <a:prstGeom prst="rect">
            <a:avLst/>
          </a:prstGeom>
        </p:spPr>
        <p:txBody>
          <a:bodyPr anchorCtr="0" anchor="t" bIns="91425" lIns="91425" spcFirstLastPara="1" rIns="91425" wrap="square" tIns="91425">
            <a:no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3" name="Google Shape;13;p2"/>
          <p:cNvSpPr txBox="1"/>
          <p:nvPr>
            <p:ph idx="1" type="subTitle"/>
          </p:nvPr>
        </p:nvSpPr>
        <p:spPr>
          <a:xfrm>
            <a:off x="5083950" y="3924925"/>
            <a:ext cx="3470700" cy="5061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
        <p:nvSpPr>
          <p:cNvPr id="15" name="Google Shape;15;p2"/>
          <p:cNvSpPr/>
          <p:nvPr/>
        </p:nvSpPr>
        <p:spPr>
          <a:xfrm rot="-5400000">
            <a:off x="5846" y="-4836"/>
            <a:ext cx="22914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flipH="1">
            <a:off x="652821" y="576768"/>
            <a:ext cx="2300100" cy="22914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grpSp>
        <p:nvGrpSpPr>
          <p:cNvPr id="18" name="Google Shape;18;p3"/>
          <p:cNvGrpSpPr/>
          <p:nvPr/>
        </p:nvGrpSpPr>
        <p:grpSpPr>
          <a:xfrm>
            <a:off x="4406400" y="0"/>
            <a:ext cx="4737600" cy="5143065"/>
            <a:chOff x="4406400" y="0"/>
            <a:chExt cx="4737600" cy="5143065"/>
          </a:xfrm>
        </p:grpSpPr>
        <p:sp>
          <p:nvSpPr>
            <p:cNvPr id="19" name="Google Shape;19;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7" name="Google Shape;37;p3"/>
          <p:cNvSpPr txBox="1"/>
          <p:nvPr>
            <p:ph type="title"/>
          </p:nvPr>
        </p:nvSpPr>
        <p:spPr>
          <a:xfrm>
            <a:off x="823850" y="2053000"/>
            <a:ext cx="4587000" cy="1148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8" name="Google Shape;38;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
        <p:nvSpPr>
          <p:cNvPr id="39" name="Google Shape;39;p3">
            <a:hlinkClick action="ppaction://hlinksldjump" r:id="rId2"/>
          </p:cNvPr>
          <p:cNvSpPr/>
          <p:nvPr/>
        </p:nvSpPr>
        <p:spPr>
          <a:xfrm>
            <a:off x="0" y="0"/>
            <a:ext cx="632700" cy="588600"/>
          </a:xfrm>
          <a:prstGeom prst="rect">
            <a:avLst/>
          </a:prstGeom>
          <a:solidFill>
            <a:srgbClr val="1B21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3">
            <a:hlinkClick action="ppaction://hlinksldjump" r:id="rId3"/>
          </p:cNvPr>
          <p:cNvSpPr/>
          <p:nvPr/>
        </p:nvSpPr>
        <p:spPr>
          <a:xfrm>
            <a:off x="212050" y="221751"/>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3">
            <a:hlinkClick action="ppaction://hlinksldjump" r:id="rId4"/>
          </p:cNvPr>
          <p:cNvSpPr/>
          <p:nvPr/>
        </p:nvSpPr>
        <p:spPr>
          <a:xfrm>
            <a:off x="212050" y="284225"/>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3">
            <a:hlinkClick action="ppaction://hlinksldjump" r:id="rId5"/>
          </p:cNvPr>
          <p:cNvSpPr/>
          <p:nvPr/>
        </p:nvSpPr>
        <p:spPr>
          <a:xfrm>
            <a:off x="212050" y="346699"/>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C">
  <p:cSld name="SECTION_HEADER_1">
    <p:spTree>
      <p:nvGrpSpPr>
        <p:cNvPr id="43" name="Shape 43"/>
        <p:cNvGrpSpPr/>
        <p:nvPr/>
      </p:nvGrpSpPr>
      <p:grpSpPr>
        <a:xfrm>
          <a:off x="0" y="0"/>
          <a:ext cx="0" cy="0"/>
          <a:chOff x="0" y="0"/>
          <a:chExt cx="0" cy="0"/>
        </a:xfrm>
      </p:grpSpPr>
      <p:grpSp>
        <p:nvGrpSpPr>
          <p:cNvPr id="44" name="Google Shape;44;p4"/>
          <p:cNvGrpSpPr/>
          <p:nvPr/>
        </p:nvGrpSpPr>
        <p:grpSpPr>
          <a:xfrm>
            <a:off x="4406400" y="0"/>
            <a:ext cx="4737600" cy="5143065"/>
            <a:chOff x="4406400" y="0"/>
            <a:chExt cx="4737600" cy="5143065"/>
          </a:xfrm>
        </p:grpSpPr>
        <p:sp>
          <p:nvSpPr>
            <p:cNvPr id="45" name="Google Shape;45;p4"/>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4"/>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4"/>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4"/>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4"/>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4"/>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4"/>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4"/>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4"/>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4"/>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4"/>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4"/>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4"/>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4"/>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4"/>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4"/>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3" name="Google Shape;63;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
        <p:nvSpPr>
          <p:cNvPr id="64" name="Google Shape;64;p4"/>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5" name="Shape 65"/>
        <p:cNvGrpSpPr/>
        <p:nvPr/>
      </p:nvGrpSpPr>
      <p:grpSpPr>
        <a:xfrm>
          <a:off x="0" y="0"/>
          <a:ext cx="0" cy="0"/>
          <a:chOff x="0" y="0"/>
          <a:chExt cx="0" cy="0"/>
        </a:xfrm>
      </p:grpSpPr>
      <p:sp>
        <p:nvSpPr>
          <p:cNvPr id="66" name="Google Shape;66;p5">
            <a:hlinkClick action="ppaction://hlinksldjump" r:id="rId2"/>
          </p:cNvPr>
          <p:cNvSpPr/>
          <p:nvPr/>
        </p:nvSpPr>
        <p:spPr>
          <a:xfrm>
            <a:off x="0" y="0"/>
            <a:ext cx="632700" cy="588600"/>
          </a:xfrm>
          <a:prstGeom prst="rect">
            <a:avLst/>
          </a:prstGeom>
          <a:solidFill>
            <a:srgbClr val="1B21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5">
            <a:hlinkClick action="ppaction://hlinksldjump" r:id="rId3"/>
          </p:cNvPr>
          <p:cNvSpPr/>
          <p:nvPr/>
        </p:nvSpPr>
        <p:spPr>
          <a:xfrm>
            <a:off x="212050" y="221751"/>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5">
            <a:hlinkClick action="ppaction://hlinksldjump" r:id="rId4"/>
          </p:cNvPr>
          <p:cNvSpPr/>
          <p:nvPr/>
        </p:nvSpPr>
        <p:spPr>
          <a:xfrm>
            <a:off x="212050" y="284225"/>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5">
            <a:hlinkClick action="ppaction://hlinksldjump" r:id="rId5"/>
          </p:cNvPr>
          <p:cNvSpPr/>
          <p:nvPr/>
        </p:nvSpPr>
        <p:spPr>
          <a:xfrm>
            <a:off x="212050" y="346699"/>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0" name="Google Shape;70;p5"/>
          <p:cNvGrpSpPr/>
          <p:nvPr/>
        </p:nvGrpSpPr>
        <p:grpSpPr>
          <a:xfrm>
            <a:off x="0" y="381001"/>
            <a:ext cx="1037850" cy="1016287"/>
            <a:chOff x="0" y="381001"/>
            <a:chExt cx="1037850" cy="1016287"/>
          </a:xfrm>
        </p:grpSpPr>
        <p:sp>
          <p:nvSpPr>
            <p:cNvPr id="71" name="Google Shape;71;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3" name="Google Shape;73;p5"/>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74" name="Google Shape;74;p5"/>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75" name="Google Shape;75;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_alt1">
  <p:cSld name="TITLE_AND_BODY_2">
    <p:spTree>
      <p:nvGrpSpPr>
        <p:cNvPr id="76" name="Shape 76"/>
        <p:cNvGrpSpPr/>
        <p:nvPr/>
      </p:nvGrpSpPr>
      <p:grpSpPr>
        <a:xfrm>
          <a:off x="0" y="0"/>
          <a:ext cx="0" cy="0"/>
          <a:chOff x="0" y="0"/>
          <a:chExt cx="0" cy="0"/>
        </a:xfrm>
      </p:grpSpPr>
      <p:sp>
        <p:nvSpPr>
          <p:cNvPr id="77" name="Google Shape;77;p6"/>
          <p:cNvSpPr txBox="1"/>
          <p:nvPr>
            <p:ph type="title"/>
          </p:nvPr>
        </p:nvSpPr>
        <p:spPr>
          <a:xfrm>
            <a:off x="361071" y="1924852"/>
            <a:ext cx="2304900" cy="17973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78" name="Google Shape;78;p6"/>
          <p:cNvSpPr/>
          <p:nvPr/>
        </p:nvSpPr>
        <p:spPr>
          <a:xfrm>
            <a:off x="4564200" y="0"/>
            <a:ext cx="45798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6"/>
          <p:cNvSpPr txBox="1"/>
          <p:nvPr>
            <p:ph idx="1" type="body"/>
          </p:nvPr>
        </p:nvSpPr>
        <p:spPr>
          <a:xfrm>
            <a:off x="6451271" y="1924850"/>
            <a:ext cx="2304900" cy="1797300"/>
          </a:xfrm>
          <a:prstGeom prst="rect">
            <a:avLst/>
          </a:prstGeom>
        </p:spPr>
        <p:txBody>
          <a:bodyPr anchorCtr="0" anchor="t" bIns="91425" lIns="91425" spcFirstLastPara="1" rIns="91425" wrap="square" tIns="91425">
            <a:noAutofit/>
          </a:bodyPr>
          <a:lstStyle>
            <a:lvl1pPr indent="-298450" lvl="0" marL="457200" rtl="0">
              <a:spcBef>
                <a:spcPts val="0"/>
              </a:spcBef>
              <a:spcAft>
                <a:spcPts val="0"/>
              </a:spcAft>
              <a:buClr>
                <a:schemeClr val="dk1"/>
              </a:buClr>
              <a:buSzPts val="1100"/>
              <a:buChar char="●"/>
              <a:defRPr sz="1100">
                <a:solidFill>
                  <a:schemeClr val="dk1"/>
                </a:solidFill>
              </a:defRPr>
            </a:lvl1pPr>
            <a:lvl2pPr indent="-298450" lvl="1" marL="914400" rtl="0">
              <a:spcBef>
                <a:spcPts val="1600"/>
              </a:spcBef>
              <a:spcAft>
                <a:spcPts val="0"/>
              </a:spcAft>
              <a:buClr>
                <a:schemeClr val="dk1"/>
              </a:buClr>
              <a:buSzPts val="1100"/>
              <a:buChar char="○"/>
              <a:defRPr>
                <a:solidFill>
                  <a:schemeClr val="dk1"/>
                </a:solidFill>
              </a:defRPr>
            </a:lvl2pPr>
            <a:lvl3pPr indent="-298450" lvl="2" marL="1371600" rtl="0">
              <a:spcBef>
                <a:spcPts val="1600"/>
              </a:spcBef>
              <a:spcAft>
                <a:spcPts val="0"/>
              </a:spcAft>
              <a:buClr>
                <a:schemeClr val="dk1"/>
              </a:buClr>
              <a:buSzPts val="1100"/>
              <a:buChar char="■"/>
              <a:defRPr>
                <a:solidFill>
                  <a:schemeClr val="dk1"/>
                </a:solidFill>
              </a:defRPr>
            </a:lvl3pPr>
            <a:lvl4pPr indent="-298450" lvl="3" marL="1828800" rtl="0">
              <a:spcBef>
                <a:spcPts val="1600"/>
              </a:spcBef>
              <a:spcAft>
                <a:spcPts val="0"/>
              </a:spcAft>
              <a:buClr>
                <a:schemeClr val="dk1"/>
              </a:buClr>
              <a:buSzPts val="1100"/>
              <a:buChar char="●"/>
              <a:defRPr>
                <a:solidFill>
                  <a:schemeClr val="dk1"/>
                </a:solidFill>
              </a:defRPr>
            </a:lvl4pPr>
            <a:lvl5pPr indent="-298450" lvl="4" marL="2286000" rtl="0">
              <a:spcBef>
                <a:spcPts val="1600"/>
              </a:spcBef>
              <a:spcAft>
                <a:spcPts val="0"/>
              </a:spcAft>
              <a:buClr>
                <a:schemeClr val="dk1"/>
              </a:buClr>
              <a:buSzPts val="1100"/>
              <a:buChar char="○"/>
              <a:defRPr>
                <a:solidFill>
                  <a:schemeClr val="dk1"/>
                </a:solidFill>
              </a:defRPr>
            </a:lvl5pPr>
            <a:lvl6pPr indent="-298450" lvl="5" marL="2743200" rtl="0">
              <a:spcBef>
                <a:spcPts val="1600"/>
              </a:spcBef>
              <a:spcAft>
                <a:spcPts val="0"/>
              </a:spcAft>
              <a:buClr>
                <a:schemeClr val="dk1"/>
              </a:buClr>
              <a:buSzPts val="1100"/>
              <a:buChar char="■"/>
              <a:defRPr>
                <a:solidFill>
                  <a:schemeClr val="dk1"/>
                </a:solidFill>
              </a:defRPr>
            </a:lvl6pPr>
            <a:lvl7pPr indent="-298450" lvl="6" marL="3200400" rtl="0">
              <a:spcBef>
                <a:spcPts val="1600"/>
              </a:spcBef>
              <a:spcAft>
                <a:spcPts val="0"/>
              </a:spcAft>
              <a:buClr>
                <a:schemeClr val="dk1"/>
              </a:buClr>
              <a:buSzPts val="1100"/>
              <a:buChar char="●"/>
              <a:defRPr>
                <a:solidFill>
                  <a:schemeClr val="dk1"/>
                </a:solidFill>
              </a:defRPr>
            </a:lvl7pPr>
            <a:lvl8pPr indent="-298450" lvl="7" marL="3657600" rtl="0">
              <a:spcBef>
                <a:spcPts val="1600"/>
              </a:spcBef>
              <a:spcAft>
                <a:spcPts val="0"/>
              </a:spcAft>
              <a:buClr>
                <a:schemeClr val="dk1"/>
              </a:buClr>
              <a:buSzPts val="1100"/>
              <a:buChar char="○"/>
              <a:defRPr>
                <a:solidFill>
                  <a:schemeClr val="dk1"/>
                </a:solidFill>
              </a:defRPr>
            </a:lvl8pPr>
            <a:lvl9pPr indent="-298450" lvl="8" marL="4114800" rtl="0">
              <a:spcBef>
                <a:spcPts val="1600"/>
              </a:spcBef>
              <a:spcAft>
                <a:spcPts val="1600"/>
              </a:spcAft>
              <a:buClr>
                <a:schemeClr val="dk1"/>
              </a:buClr>
              <a:buSzPts val="1100"/>
              <a:buChar char="■"/>
              <a:defRPr>
                <a:solidFill>
                  <a:schemeClr val="dk1"/>
                </a:solidFill>
              </a:defRPr>
            </a:lvl9pPr>
          </a:lstStyle>
          <a:p/>
        </p:txBody>
      </p:sp>
      <p:sp>
        <p:nvSpPr>
          <p:cNvPr id="80" name="Google Shape;80;p6">
            <a:hlinkClick action="ppaction://hlinksldjump" r:id="rId2"/>
          </p:cNvPr>
          <p:cNvSpPr/>
          <p:nvPr/>
        </p:nvSpPr>
        <p:spPr>
          <a:xfrm>
            <a:off x="0" y="0"/>
            <a:ext cx="632700" cy="588600"/>
          </a:xfrm>
          <a:prstGeom prst="rect">
            <a:avLst/>
          </a:prstGeom>
          <a:solidFill>
            <a:srgbClr val="1B21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6">
            <a:hlinkClick action="ppaction://hlinksldjump" r:id="rId3"/>
          </p:cNvPr>
          <p:cNvSpPr/>
          <p:nvPr/>
        </p:nvSpPr>
        <p:spPr>
          <a:xfrm>
            <a:off x="212050" y="221751"/>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6">
            <a:hlinkClick action="ppaction://hlinksldjump" r:id="rId4"/>
          </p:cNvPr>
          <p:cNvSpPr/>
          <p:nvPr/>
        </p:nvSpPr>
        <p:spPr>
          <a:xfrm>
            <a:off x="212050" y="284225"/>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6">
            <a:hlinkClick action="ppaction://hlinksldjump" r:id="rId5"/>
          </p:cNvPr>
          <p:cNvSpPr/>
          <p:nvPr/>
        </p:nvSpPr>
        <p:spPr>
          <a:xfrm>
            <a:off x="212050" y="346699"/>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4" name="Google Shape;84;p6"/>
          <p:cNvGrpSpPr/>
          <p:nvPr/>
        </p:nvGrpSpPr>
        <p:grpSpPr>
          <a:xfrm>
            <a:off x="0" y="381001"/>
            <a:ext cx="1037850" cy="1016287"/>
            <a:chOff x="0" y="381001"/>
            <a:chExt cx="1037850" cy="1016287"/>
          </a:xfrm>
        </p:grpSpPr>
        <p:sp>
          <p:nvSpPr>
            <p:cNvPr id="85" name="Google Shape;85;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7" name="Google Shape;87;p6"/>
          <p:cNvSpPr txBox="1"/>
          <p:nvPr>
            <p:ph idx="2" type="title"/>
          </p:nvPr>
        </p:nvSpPr>
        <p:spPr>
          <a:xfrm>
            <a:off x="1297500" y="459490"/>
            <a:ext cx="3005700" cy="510900"/>
          </a:xfrm>
          <a:prstGeom prst="rect">
            <a:avLst/>
          </a:prstGeom>
        </p:spPr>
        <p:txBody>
          <a:bodyPr anchorCtr="0" anchor="t" bIns="91425" lIns="91425" spcFirstLastPara="1" rIns="91425" wrap="square" tIns="91425">
            <a:noAutofit/>
          </a:bodyPr>
          <a:lstStyle>
            <a:lvl1pPr lvl="0" rtl="0">
              <a:spcBef>
                <a:spcPts val="0"/>
              </a:spcBef>
              <a:spcAft>
                <a:spcPts val="0"/>
              </a:spcAft>
              <a:buSzPts val="1000"/>
              <a:buNone/>
              <a:defRPr sz="1000"/>
            </a:lvl1pPr>
            <a:lvl2pPr lvl="1" rtl="0">
              <a:spcBef>
                <a:spcPts val="0"/>
              </a:spcBef>
              <a:spcAft>
                <a:spcPts val="0"/>
              </a:spcAft>
              <a:buSzPts val="1000"/>
              <a:buNone/>
              <a:defRPr sz="1000"/>
            </a:lvl2pPr>
            <a:lvl3pPr lvl="2" rtl="0">
              <a:spcBef>
                <a:spcPts val="0"/>
              </a:spcBef>
              <a:spcAft>
                <a:spcPts val="0"/>
              </a:spcAft>
              <a:buSzPts val="1000"/>
              <a:buNone/>
              <a:defRPr sz="1000"/>
            </a:lvl3pPr>
            <a:lvl4pPr lvl="3" rtl="0">
              <a:spcBef>
                <a:spcPts val="0"/>
              </a:spcBef>
              <a:spcAft>
                <a:spcPts val="0"/>
              </a:spcAft>
              <a:buSzPts val="1000"/>
              <a:buNone/>
              <a:defRPr sz="1000"/>
            </a:lvl4pPr>
            <a:lvl5pPr lvl="4" rtl="0">
              <a:spcBef>
                <a:spcPts val="0"/>
              </a:spcBef>
              <a:spcAft>
                <a:spcPts val="0"/>
              </a:spcAft>
              <a:buSzPts val="1000"/>
              <a:buNone/>
              <a:defRPr sz="1000"/>
            </a:lvl5pPr>
            <a:lvl6pPr lvl="5" rtl="0">
              <a:spcBef>
                <a:spcPts val="0"/>
              </a:spcBef>
              <a:spcAft>
                <a:spcPts val="0"/>
              </a:spcAft>
              <a:buSzPts val="1000"/>
              <a:buNone/>
              <a:defRPr sz="1000"/>
            </a:lvl6pPr>
            <a:lvl7pPr lvl="6" rtl="0">
              <a:spcBef>
                <a:spcPts val="0"/>
              </a:spcBef>
              <a:spcAft>
                <a:spcPts val="0"/>
              </a:spcAft>
              <a:buSzPts val="1000"/>
              <a:buNone/>
              <a:defRPr sz="1000"/>
            </a:lvl7pPr>
            <a:lvl8pPr lvl="7" rtl="0">
              <a:spcBef>
                <a:spcPts val="0"/>
              </a:spcBef>
              <a:spcAft>
                <a:spcPts val="0"/>
              </a:spcAft>
              <a:buSzPts val="1000"/>
              <a:buNone/>
              <a:defRPr sz="1000"/>
            </a:lvl8pPr>
            <a:lvl9pPr lvl="8" rtl="0">
              <a:spcBef>
                <a:spcPts val="0"/>
              </a:spcBef>
              <a:spcAft>
                <a:spcPts val="0"/>
              </a:spcAft>
              <a:buSzPts val="1000"/>
              <a:buNone/>
              <a:defRPr sz="1000"/>
            </a:lvl9pPr>
          </a:lstStyle>
          <a:p/>
        </p:txBody>
      </p:sp>
      <p:sp>
        <p:nvSpPr>
          <p:cNvPr id="88" name="Google Shape;88;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_alt2">
  <p:cSld name="TITLE_AND_BODY_2_1">
    <p:spTree>
      <p:nvGrpSpPr>
        <p:cNvPr id="89" name="Shape 89"/>
        <p:cNvGrpSpPr/>
        <p:nvPr/>
      </p:nvGrpSpPr>
      <p:grpSpPr>
        <a:xfrm>
          <a:off x="0" y="0"/>
          <a:ext cx="0" cy="0"/>
          <a:chOff x="0" y="0"/>
          <a:chExt cx="0" cy="0"/>
        </a:xfrm>
      </p:grpSpPr>
      <p:sp>
        <p:nvSpPr>
          <p:cNvPr id="90" name="Google Shape;90;p7"/>
          <p:cNvSpPr txBox="1"/>
          <p:nvPr>
            <p:ph type="title"/>
          </p:nvPr>
        </p:nvSpPr>
        <p:spPr>
          <a:xfrm>
            <a:off x="702850" y="1708619"/>
            <a:ext cx="3333300" cy="14709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91" name="Google Shape;91;p7"/>
          <p:cNvSpPr/>
          <p:nvPr/>
        </p:nvSpPr>
        <p:spPr>
          <a:xfrm>
            <a:off x="0" y="3486600"/>
            <a:ext cx="9144000" cy="1656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7">
            <a:hlinkClick action="ppaction://hlinksldjump" r:id="rId2"/>
          </p:cNvPr>
          <p:cNvSpPr/>
          <p:nvPr/>
        </p:nvSpPr>
        <p:spPr>
          <a:xfrm>
            <a:off x="0" y="0"/>
            <a:ext cx="632700" cy="588600"/>
          </a:xfrm>
          <a:prstGeom prst="rect">
            <a:avLst/>
          </a:prstGeom>
          <a:solidFill>
            <a:srgbClr val="1B21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7">
            <a:hlinkClick action="ppaction://hlinksldjump" r:id="rId3"/>
          </p:cNvPr>
          <p:cNvSpPr/>
          <p:nvPr/>
        </p:nvSpPr>
        <p:spPr>
          <a:xfrm>
            <a:off x="212050" y="221751"/>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7">
            <a:hlinkClick action="ppaction://hlinksldjump" r:id="rId4"/>
          </p:cNvPr>
          <p:cNvSpPr/>
          <p:nvPr/>
        </p:nvSpPr>
        <p:spPr>
          <a:xfrm>
            <a:off x="212050" y="284225"/>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7">
            <a:hlinkClick action="ppaction://hlinksldjump" r:id="rId5"/>
          </p:cNvPr>
          <p:cNvSpPr/>
          <p:nvPr/>
        </p:nvSpPr>
        <p:spPr>
          <a:xfrm>
            <a:off x="212050" y="346699"/>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6" name="Google Shape;96;p7"/>
          <p:cNvGrpSpPr/>
          <p:nvPr/>
        </p:nvGrpSpPr>
        <p:grpSpPr>
          <a:xfrm>
            <a:off x="0" y="381001"/>
            <a:ext cx="1037850" cy="1016287"/>
            <a:chOff x="0" y="381001"/>
            <a:chExt cx="1037850" cy="1016287"/>
          </a:xfrm>
        </p:grpSpPr>
        <p:sp>
          <p:nvSpPr>
            <p:cNvPr id="97" name="Google Shape;97;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9" name="Google Shape;99;p7"/>
          <p:cNvSpPr txBox="1"/>
          <p:nvPr>
            <p:ph idx="2" type="title"/>
          </p:nvPr>
        </p:nvSpPr>
        <p:spPr>
          <a:xfrm>
            <a:off x="1297500" y="459490"/>
            <a:ext cx="3005700" cy="510900"/>
          </a:xfrm>
          <a:prstGeom prst="rect">
            <a:avLst/>
          </a:prstGeom>
        </p:spPr>
        <p:txBody>
          <a:bodyPr anchorCtr="0" anchor="t" bIns="91425" lIns="91425" spcFirstLastPara="1" rIns="91425" wrap="square" tIns="91425">
            <a:noAutofit/>
          </a:bodyPr>
          <a:lstStyle>
            <a:lvl1pPr lvl="0" rtl="0">
              <a:spcBef>
                <a:spcPts val="0"/>
              </a:spcBef>
              <a:spcAft>
                <a:spcPts val="0"/>
              </a:spcAft>
              <a:buSzPts val="1000"/>
              <a:buNone/>
              <a:defRPr sz="1000"/>
            </a:lvl1pPr>
            <a:lvl2pPr lvl="1" rtl="0">
              <a:spcBef>
                <a:spcPts val="0"/>
              </a:spcBef>
              <a:spcAft>
                <a:spcPts val="0"/>
              </a:spcAft>
              <a:buSzPts val="1000"/>
              <a:buNone/>
              <a:defRPr sz="1000"/>
            </a:lvl2pPr>
            <a:lvl3pPr lvl="2" rtl="0">
              <a:spcBef>
                <a:spcPts val="0"/>
              </a:spcBef>
              <a:spcAft>
                <a:spcPts val="0"/>
              </a:spcAft>
              <a:buSzPts val="1000"/>
              <a:buNone/>
              <a:defRPr sz="1000"/>
            </a:lvl3pPr>
            <a:lvl4pPr lvl="3" rtl="0">
              <a:spcBef>
                <a:spcPts val="0"/>
              </a:spcBef>
              <a:spcAft>
                <a:spcPts val="0"/>
              </a:spcAft>
              <a:buSzPts val="1000"/>
              <a:buNone/>
              <a:defRPr sz="1000"/>
            </a:lvl4pPr>
            <a:lvl5pPr lvl="4" rtl="0">
              <a:spcBef>
                <a:spcPts val="0"/>
              </a:spcBef>
              <a:spcAft>
                <a:spcPts val="0"/>
              </a:spcAft>
              <a:buSzPts val="1000"/>
              <a:buNone/>
              <a:defRPr sz="1000"/>
            </a:lvl5pPr>
            <a:lvl6pPr lvl="5" rtl="0">
              <a:spcBef>
                <a:spcPts val="0"/>
              </a:spcBef>
              <a:spcAft>
                <a:spcPts val="0"/>
              </a:spcAft>
              <a:buSzPts val="1000"/>
              <a:buNone/>
              <a:defRPr sz="1000"/>
            </a:lvl6pPr>
            <a:lvl7pPr lvl="6" rtl="0">
              <a:spcBef>
                <a:spcPts val="0"/>
              </a:spcBef>
              <a:spcAft>
                <a:spcPts val="0"/>
              </a:spcAft>
              <a:buSzPts val="1000"/>
              <a:buNone/>
              <a:defRPr sz="1000"/>
            </a:lvl7pPr>
            <a:lvl8pPr lvl="7" rtl="0">
              <a:spcBef>
                <a:spcPts val="0"/>
              </a:spcBef>
              <a:spcAft>
                <a:spcPts val="0"/>
              </a:spcAft>
              <a:buSzPts val="1000"/>
              <a:buNone/>
              <a:defRPr sz="1000"/>
            </a:lvl8pPr>
            <a:lvl9pPr lvl="8" rtl="0">
              <a:spcBef>
                <a:spcPts val="0"/>
              </a:spcBef>
              <a:spcAft>
                <a:spcPts val="0"/>
              </a:spcAft>
              <a:buSzPts val="1000"/>
              <a:buNone/>
              <a:defRPr sz="1000"/>
            </a:lvl9pPr>
          </a:lstStyle>
          <a:p/>
        </p:txBody>
      </p:sp>
      <p:sp>
        <p:nvSpPr>
          <p:cNvPr id="100" name="Google Shape;100;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
        <p:nvSpPr>
          <p:cNvPr id="101" name="Google Shape;101;p7"/>
          <p:cNvSpPr txBox="1"/>
          <p:nvPr>
            <p:ph idx="1" type="body"/>
          </p:nvPr>
        </p:nvSpPr>
        <p:spPr>
          <a:xfrm>
            <a:off x="702850" y="3625275"/>
            <a:ext cx="3333300" cy="765300"/>
          </a:xfrm>
          <a:prstGeom prst="rect">
            <a:avLst/>
          </a:prstGeom>
        </p:spPr>
        <p:txBody>
          <a:bodyPr anchorCtr="0" anchor="t" bIns="91425" lIns="91425" spcFirstLastPara="1" rIns="91425" wrap="square" tIns="91425">
            <a:noAutofit/>
          </a:bodyPr>
          <a:lstStyle>
            <a:lvl1pPr indent="-298450" lvl="0" marL="457200" rtl="0">
              <a:spcBef>
                <a:spcPts val="0"/>
              </a:spcBef>
              <a:spcAft>
                <a:spcPts val="0"/>
              </a:spcAft>
              <a:buClr>
                <a:schemeClr val="dk1"/>
              </a:buClr>
              <a:buSzPts val="1100"/>
              <a:buChar char="●"/>
              <a:defRPr sz="1100">
                <a:solidFill>
                  <a:schemeClr val="dk1"/>
                </a:solidFill>
              </a:defRPr>
            </a:lvl1pPr>
            <a:lvl2pPr indent="-298450" lvl="1" marL="914400" rtl="0">
              <a:spcBef>
                <a:spcPts val="1600"/>
              </a:spcBef>
              <a:spcAft>
                <a:spcPts val="0"/>
              </a:spcAft>
              <a:buClr>
                <a:schemeClr val="dk1"/>
              </a:buClr>
              <a:buSzPts val="1100"/>
              <a:buChar char="○"/>
              <a:defRPr>
                <a:solidFill>
                  <a:schemeClr val="dk1"/>
                </a:solidFill>
              </a:defRPr>
            </a:lvl2pPr>
            <a:lvl3pPr indent="-298450" lvl="2" marL="1371600" rtl="0">
              <a:spcBef>
                <a:spcPts val="1600"/>
              </a:spcBef>
              <a:spcAft>
                <a:spcPts val="0"/>
              </a:spcAft>
              <a:buClr>
                <a:schemeClr val="dk1"/>
              </a:buClr>
              <a:buSzPts val="1100"/>
              <a:buChar char="■"/>
              <a:defRPr>
                <a:solidFill>
                  <a:schemeClr val="dk1"/>
                </a:solidFill>
              </a:defRPr>
            </a:lvl3pPr>
            <a:lvl4pPr indent="-298450" lvl="3" marL="1828800" rtl="0">
              <a:spcBef>
                <a:spcPts val="1600"/>
              </a:spcBef>
              <a:spcAft>
                <a:spcPts val="0"/>
              </a:spcAft>
              <a:buClr>
                <a:schemeClr val="dk1"/>
              </a:buClr>
              <a:buSzPts val="1100"/>
              <a:buChar char="●"/>
              <a:defRPr>
                <a:solidFill>
                  <a:schemeClr val="dk1"/>
                </a:solidFill>
              </a:defRPr>
            </a:lvl4pPr>
            <a:lvl5pPr indent="-298450" lvl="4" marL="2286000" rtl="0">
              <a:spcBef>
                <a:spcPts val="1600"/>
              </a:spcBef>
              <a:spcAft>
                <a:spcPts val="0"/>
              </a:spcAft>
              <a:buClr>
                <a:schemeClr val="dk1"/>
              </a:buClr>
              <a:buSzPts val="1100"/>
              <a:buChar char="○"/>
              <a:defRPr>
                <a:solidFill>
                  <a:schemeClr val="dk1"/>
                </a:solidFill>
              </a:defRPr>
            </a:lvl5pPr>
            <a:lvl6pPr indent="-298450" lvl="5" marL="2743200" rtl="0">
              <a:spcBef>
                <a:spcPts val="1600"/>
              </a:spcBef>
              <a:spcAft>
                <a:spcPts val="0"/>
              </a:spcAft>
              <a:buClr>
                <a:schemeClr val="dk1"/>
              </a:buClr>
              <a:buSzPts val="1100"/>
              <a:buChar char="■"/>
              <a:defRPr>
                <a:solidFill>
                  <a:schemeClr val="dk1"/>
                </a:solidFill>
              </a:defRPr>
            </a:lvl6pPr>
            <a:lvl7pPr indent="-298450" lvl="6" marL="3200400" rtl="0">
              <a:spcBef>
                <a:spcPts val="1600"/>
              </a:spcBef>
              <a:spcAft>
                <a:spcPts val="0"/>
              </a:spcAft>
              <a:buClr>
                <a:schemeClr val="dk1"/>
              </a:buClr>
              <a:buSzPts val="1100"/>
              <a:buChar char="●"/>
              <a:defRPr>
                <a:solidFill>
                  <a:schemeClr val="dk1"/>
                </a:solidFill>
              </a:defRPr>
            </a:lvl7pPr>
            <a:lvl8pPr indent="-298450" lvl="7" marL="3657600" rtl="0">
              <a:spcBef>
                <a:spcPts val="1600"/>
              </a:spcBef>
              <a:spcAft>
                <a:spcPts val="0"/>
              </a:spcAft>
              <a:buClr>
                <a:schemeClr val="dk1"/>
              </a:buClr>
              <a:buSzPts val="1100"/>
              <a:buChar char="○"/>
              <a:defRPr>
                <a:solidFill>
                  <a:schemeClr val="dk1"/>
                </a:solidFill>
              </a:defRPr>
            </a:lvl8pPr>
            <a:lvl9pPr indent="-298450" lvl="8" marL="4114800" rtl="0">
              <a:spcBef>
                <a:spcPts val="1600"/>
              </a:spcBef>
              <a:spcAft>
                <a:spcPts val="1600"/>
              </a:spcAft>
              <a:buClr>
                <a:schemeClr val="dk1"/>
              </a:buClr>
              <a:buSzPts val="1100"/>
              <a:buChar char="■"/>
              <a:defRPr>
                <a:solidFill>
                  <a:schemeClr val="dk1"/>
                </a:solidFil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02" name="Shape 102"/>
        <p:cNvGrpSpPr/>
        <p:nvPr/>
      </p:nvGrpSpPr>
      <p:grpSpPr>
        <a:xfrm>
          <a:off x="0" y="0"/>
          <a:ext cx="0" cy="0"/>
          <a:chOff x="0" y="0"/>
          <a:chExt cx="0" cy="0"/>
        </a:xfrm>
      </p:grpSpPr>
      <p:sp>
        <p:nvSpPr>
          <p:cNvPr id="103" name="Google Shape;103;p8">
            <a:hlinkClick action="ppaction://hlinksldjump" r:id="rId2"/>
          </p:cNvPr>
          <p:cNvSpPr/>
          <p:nvPr/>
        </p:nvSpPr>
        <p:spPr>
          <a:xfrm>
            <a:off x="0" y="0"/>
            <a:ext cx="632700" cy="588600"/>
          </a:xfrm>
          <a:prstGeom prst="rect">
            <a:avLst/>
          </a:prstGeom>
          <a:solidFill>
            <a:srgbClr val="1B21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8">
            <a:hlinkClick action="ppaction://hlinksldjump" r:id="rId3"/>
          </p:cNvPr>
          <p:cNvSpPr/>
          <p:nvPr/>
        </p:nvSpPr>
        <p:spPr>
          <a:xfrm>
            <a:off x="212050" y="221751"/>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8">
            <a:hlinkClick action="ppaction://hlinksldjump" r:id="rId4"/>
          </p:cNvPr>
          <p:cNvSpPr/>
          <p:nvPr/>
        </p:nvSpPr>
        <p:spPr>
          <a:xfrm>
            <a:off x="212050" y="284225"/>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8">
            <a:hlinkClick action="ppaction://hlinksldjump" r:id="rId5"/>
          </p:cNvPr>
          <p:cNvSpPr/>
          <p:nvPr/>
        </p:nvSpPr>
        <p:spPr>
          <a:xfrm>
            <a:off x="212050" y="346699"/>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7" name="Google Shape;107;p8"/>
          <p:cNvGrpSpPr/>
          <p:nvPr/>
        </p:nvGrpSpPr>
        <p:grpSpPr>
          <a:xfrm>
            <a:off x="0" y="381001"/>
            <a:ext cx="1037850" cy="1016287"/>
            <a:chOff x="0" y="381001"/>
            <a:chExt cx="1037850" cy="1016287"/>
          </a:xfrm>
        </p:grpSpPr>
        <p:sp>
          <p:nvSpPr>
            <p:cNvPr id="108" name="Google Shape;108;p8"/>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8"/>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0" name="Google Shape;110;p8"/>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11" name="Google Shape;111;p8"/>
          <p:cNvSpPr txBox="1"/>
          <p:nvPr>
            <p:ph idx="1" type="body"/>
          </p:nvPr>
        </p:nvSpPr>
        <p:spPr>
          <a:xfrm>
            <a:off x="1297500" y="1567550"/>
            <a:ext cx="3403200" cy="29112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112" name="Google Shape;112;p8"/>
          <p:cNvSpPr txBox="1"/>
          <p:nvPr>
            <p:ph idx="2" type="body"/>
          </p:nvPr>
        </p:nvSpPr>
        <p:spPr>
          <a:xfrm>
            <a:off x="4933221" y="1567550"/>
            <a:ext cx="3403200" cy="29112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113" name="Google Shape;113;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4" name="Shape 114"/>
        <p:cNvGrpSpPr/>
        <p:nvPr/>
      </p:nvGrpSpPr>
      <p:grpSpPr>
        <a:xfrm>
          <a:off x="0" y="0"/>
          <a:ext cx="0" cy="0"/>
          <a:chOff x="0" y="0"/>
          <a:chExt cx="0" cy="0"/>
        </a:xfrm>
      </p:grpSpPr>
      <p:sp>
        <p:nvSpPr>
          <p:cNvPr id="115" name="Google Shape;115;p9">
            <a:hlinkClick action="ppaction://hlinksldjump" r:id="rId2"/>
          </p:cNvPr>
          <p:cNvSpPr/>
          <p:nvPr/>
        </p:nvSpPr>
        <p:spPr>
          <a:xfrm>
            <a:off x="0" y="0"/>
            <a:ext cx="632700" cy="588600"/>
          </a:xfrm>
          <a:prstGeom prst="rect">
            <a:avLst/>
          </a:prstGeom>
          <a:solidFill>
            <a:srgbClr val="1B21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9">
            <a:hlinkClick action="ppaction://hlinksldjump" r:id="rId3"/>
          </p:cNvPr>
          <p:cNvSpPr/>
          <p:nvPr/>
        </p:nvSpPr>
        <p:spPr>
          <a:xfrm>
            <a:off x="212050" y="221751"/>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9">
            <a:hlinkClick action="ppaction://hlinksldjump" r:id="rId4"/>
          </p:cNvPr>
          <p:cNvSpPr/>
          <p:nvPr/>
        </p:nvSpPr>
        <p:spPr>
          <a:xfrm>
            <a:off x="212050" y="284225"/>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9">
            <a:hlinkClick action="ppaction://hlinksldjump" r:id="rId5"/>
          </p:cNvPr>
          <p:cNvSpPr/>
          <p:nvPr/>
        </p:nvSpPr>
        <p:spPr>
          <a:xfrm>
            <a:off x="212050" y="346699"/>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9" name="Google Shape;119;p9"/>
          <p:cNvGrpSpPr/>
          <p:nvPr/>
        </p:nvGrpSpPr>
        <p:grpSpPr>
          <a:xfrm>
            <a:off x="0" y="381001"/>
            <a:ext cx="1037850" cy="1016287"/>
            <a:chOff x="0" y="381001"/>
            <a:chExt cx="1037850" cy="1016287"/>
          </a:xfrm>
        </p:grpSpPr>
        <p:sp>
          <p:nvSpPr>
            <p:cNvPr id="120" name="Google Shape;120;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2" name="Google Shape;122;p9"/>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23" name="Google Shape;123;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24" name="Shape 124"/>
        <p:cNvGrpSpPr/>
        <p:nvPr/>
      </p:nvGrpSpPr>
      <p:grpSpPr>
        <a:xfrm>
          <a:off x="0" y="0"/>
          <a:ext cx="0" cy="0"/>
          <a:chOff x="0" y="0"/>
          <a:chExt cx="0" cy="0"/>
        </a:xfrm>
      </p:grpSpPr>
      <p:sp>
        <p:nvSpPr>
          <p:cNvPr id="125" name="Google Shape;125;p10">
            <a:hlinkClick action="ppaction://hlinksldjump" r:id="rId2"/>
          </p:cNvPr>
          <p:cNvSpPr/>
          <p:nvPr/>
        </p:nvSpPr>
        <p:spPr>
          <a:xfrm>
            <a:off x="0" y="0"/>
            <a:ext cx="632700" cy="588600"/>
          </a:xfrm>
          <a:prstGeom prst="rect">
            <a:avLst/>
          </a:prstGeom>
          <a:solidFill>
            <a:srgbClr val="1B21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10">
            <a:hlinkClick action="ppaction://hlinksldjump" r:id="rId3"/>
          </p:cNvPr>
          <p:cNvSpPr/>
          <p:nvPr/>
        </p:nvSpPr>
        <p:spPr>
          <a:xfrm>
            <a:off x="212050" y="221751"/>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10">
            <a:hlinkClick action="ppaction://hlinksldjump" r:id="rId4"/>
          </p:cNvPr>
          <p:cNvSpPr/>
          <p:nvPr/>
        </p:nvSpPr>
        <p:spPr>
          <a:xfrm>
            <a:off x="212050" y="284225"/>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0">
            <a:hlinkClick action="ppaction://hlinksldjump" r:id="rId5"/>
          </p:cNvPr>
          <p:cNvSpPr/>
          <p:nvPr/>
        </p:nvSpPr>
        <p:spPr>
          <a:xfrm>
            <a:off x="212050" y="346699"/>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9" name="Google Shape;129;p10"/>
          <p:cNvGrpSpPr/>
          <p:nvPr/>
        </p:nvGrpSpPr>
        <p:grpSpPr>
          <a:xfrm>
            <a:off x="0" y="381001"/>
            <a:ext cx="1037850" cy="1016287"/>
            <a:chOff x="0" y="381001"/>
            <a:chExt cx="1037850" cy="1016287"/>
          </a:xfrm>
        </p:grpSpPr>
        <p:sp>
          <p:nvSpPr>
            <p:cNvPr id="130" name="Google Shape;130;p10"/>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10"/>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2" name="Google Shape;132;p10"/>
          <p:cNvSpPr txBox="1"/>
          <p:nvPr>
            <p:ph type="title"/>
          </p:nvPr>
        </p:nvSpPr>
        <p:spPr>
          <a:xfrm>
            <a:off x="1297500" y="393750"/>
            <a:ext cx="3798900" cy="14931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33" name="Google Shape;133;p10"/>
          <p:cNvSpPr txBox="1"/>
          <p:nvPr>
            <p:ph idx="1" type="body"/>
          </p:nvPr>
        </p:nvSpPr>
        <p:spPr>
          <a:xfrm>
            <a:off x="1297500" y="1972550"/>
            <a:ext cx="3798900" cy="24159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134" name="Google Shape;134;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35" name="Shape 135"/>
        <p:cNvGrpSpPr/>
        <p:nvPr/>
      </p:nvGrpSpPr>
      <p:grpSpPr>
        <a:xfrm>
          <a:off x="0" y="0"/>
          <a:ext cx="0" cy="0"/>
          <a:chOff x="0" y="0"/>
          <a:chExt cx="0" cy="0"/>
        </a:xfrm>
      </p:grpSpPr>
      <p:sp>
        <p:nvSpPr>
          <p:cNvPr id="136" name="Google Shape;136;p11">
            <a:hlinkClick action="ppaction://hlinksldjump" r:id="rId2"/>
          </p:cNvPr>
          <p:cNvSpPr/>
          <p:nvPr/>
        </p:nvSpPr>
        <p:spPr>
          <a:xfrm>
            <a:off x="0" y="0"/>
            <a:ext cx="632700" cy="588600"/>
          </a:xfrm>
          <a:prstGeom prst="rect">
            <a:avLst/>
          </a:prstGeom>
          <a:solidFill>
            <a:srgbClr val="1B21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1">
            <a:hlinkClick action="ppaction://hlinksldjump" r:id="rId3"/>
          </p:cNvPr>
          <p:cNvSpPr/>
          <p:nvPr/>
        </p:nvSpPr>
        <p:spPr>
          <a:xfrm>
            <a:off x="212050" y="221751"/>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1">
            <a:hlinkClick action="ppaction://hlinksldjump" r:id="rId4"/>
          </p:cNvPr>
          <p:cNvSpPr/>
          <p:nvPr/>
        </p:nvSpPr>
        <p:spPr>
          <a:xfrm>
            <a:off x="212050" y="284225"/>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1">
            <a:hlinkClick action="ppaction://hlinksldjump" r:id="rId5"/>
          </p:cNvPr>
          <p:cNvSpPr/>
          <p:nvPr/>
        </p:nvSpPr>
        <p:spPr>
          <a:xfrm>
            <a:off x="212050" y="346699"/>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0" name="Google Shape;140;p11"/>
          <p:cNvGrpSpPr/>
          <p:nvPr/>
        </p:nvGrpSpPr>
        <p:grpSpPr>
          <a:xfrm>
            <a:off x="4406400" y="0"/>
            <a:ext cx="4737600" cy="5143500"/>
            <a:chOff x="4406400" y="0"/>
            <a:chExt cx="4737600" cy="5143500"/>
          </a:xfrm>
        </p:grpSpPr>
        <p:sp>
          <p:nvSpPr>
            <p:cNvPr id="141" name="Google Shape;141;p11"/>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1"/>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1"/>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1"/>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1"/>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1"/>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1"/>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11"/>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1"/>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1"/>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1"/>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1"/>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1"/>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11"/>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1"/>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1"/>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1"/>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1"/>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9" name="Google Shape;159;p11"/>
          <p:cNvSpPr txBox="1"/>
          <p:nvPr>
            <p:ph type="title"/>
          </p:nvPr>
        </p:nvSpPr>
        <p:spPr>
          <a:xfrm>
            <a:off x="823850" y="866775"/>
            <a:ext cx="4587000" cy="35211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60" name="Google Shape;160;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61" name="Shape 161"/>
        <p:cNvGrpSpPr/>
        <p:nvPr/>
      </p:nvGrpSpPr>
      <p:grpSpPr>
        <a:xfrm>
          <a:off x="0" y="0"/>
          <a:ext cx="0" cy="0"/>
          <a:chOff x="0" y="0"/>
          <a:chExt cx="0" cy="0"/>
        </a:xfrm>
      </p:grpSpPr>
      <p:sp>
        <p:nvSpPr>
          <p:cNvPr id="162" name="Google Shape;162;p12">
            <a:hlinkClick action="ppaction://hlinksldjump" r:id="rId2"/>
          </p:cNvPr>
          <p:cNvSpPr/>
          <p:nvPr/>
        </p:nvSpPr>
        <p:spPr>
          <a:xfrm>
            <a:off x="0" y="0"/>
            <a:ext cx="632700" cy="588600"/>
          </a:xfrm>
          <a:prstGeom prst="rect">
            <a:avLst/>
          </a:prstGeom>
          <a:solidFill>
            <a:srgbClr val="1B21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2">
            <a:hlinkClick action="ppaction://hlinksldjump" r:id="rId3"/>
          </p:cNvPr>
          <p:cNvSpPr/>
          <p:nvPr/>
        </p:nvSpPr>
        <p:spPr>
          <a:xfrm>
            <a:off x="212050" y="221751"/>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12">
            <a:hlinkClick action="ppaction://hlinksldjump" r:id="rId4"/>
          </p:cNvPr>
          <p:cNvSpPr/>
          <p:nvPr/>
        </p:nvSpPr>
        <p:spPr>
          <a:xfrm>
            <a:off x="212050" y="284225"/>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2">
            <a:hlinkClick action="ppaction://hlinksldjump" r:id="rId5"/>
          </p:cNvPr>
          <p:cNvSpPr/>
          <p:nvPr/>
        </p:nvSpPr>
        <p:spPr>
          <a:xfrm>
            <a:off x="212050" y="346699"/>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6" name="Google Shape;166;p12"/>
          <p:cNvGrpSpPr/>
          <p:nvPr/>
        </p:nvGrpSpPr>
        <p:grpSpPr>
          <a:xfrm>
            <a:off x="0" y="381001"/>
            <a:ext cx="1037850" cy="1016287"/>
            <a:chOff x="0" y="381001"/>
            <a:chExt cx="1037850" cy="1016287"/>
          </a:xfrm>
        </p:grpSpPr>
        <p:sp>
          <p:nvSpPr>
            <p:cNvPr id="167" name="Google Shape;167;p12"/>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2"/>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9" name="Google Shape;169;p12"/>
          <p:cNvSpPr txBox="1"/>
          <p:nvPr>
            <p:ph type="title"/>
          </p:nvPr>
        </p:nvSpPr>
        <p:spPr>
          <a:xfrm>
            <a:off x="1297500" y="1658325"/>
            <a:ext cx="3036300" cy="1751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70" name="Google Shape;170;p12"/>
          <p:cNvSpPr txBox="1"/>
          <p:nvPr>
            <p:ph idx="1" type="subTitle"/>
          </p:nvPr>
        </p:nvSpPr>
        <p:spPr>
          <a:xfrm>
            <a:off x="1297500" y="3538000"/>
            <a:ext cx="3036300" cy="5061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71" name="Google Shape;171;p12"/>
          <p:cNvSpPr txBox="1"/>
          <p:nvPr>
            <p:ph idx="2" type="body"/>
          </p:nvPr>
        </p:nvSpPr>
        <p:spPr>
          <a:xfrm>
            <a:off x="4648200" y="1696600"/>
            <a:ext cx="3676800" cy="23475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172" name="Google Shape;172;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73" name="Shape 173"/>
        <p:cNvGrpSpPr/>
        <p:nvPr/>
      </p:nvGrpSpPr>
      <p:grpSpPr>
        <a:xfrm>
          <a:off x="0" y="0"/>
          <a:ext cx="0" cy="0"/>
          <a:chOff x="0" y="0"/>
          <a:chExt cx="0" cy="0"/>
        </a:xfrm>
      </p:grpSpPr>
      <p:grpSp>
        <p:nvGrpSpPr>
          <p:cNvPr id="174" name="Google Shape;174;p13"/>
          <p:cNvGrpSpPr/>
          <p:nvPr/>
        </p:nvGrpSpPr>
        <p:grpSpPr>
          <a:xfrm>
            <a:off x="0" y="4128572"/>
            <a:ext cx="698925" cy="684657"/>
            <a:chOff x="0" y="3785672"/>
            <a:chExt cx="698925" cy="684657"/>
          </a:xfrm>
        </p:grpSpPr>
        <p:sp>
          <p:nvSpPr>
            <p:cNvPr id="175" name="Google Shape;175;p13"/>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3"/>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7" name="Google Shape;177;p13"/>
          <p:cNvSpPr txBox="1"/>
          <p:nvPr>
            <p:ph idx="1" type="body"/>
          </p:nvPr>
        </p:nvSpPr>
        <p:spPr>
          <a:xfrm>
            <a:off x="812725" y="4305375"/>
            <a:ext cx="6936000" cy="5238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300"/>
              <a:buNone/>
              <a:defRPr/>
            </a:lvl1pPr>
          </a:lstStyle>
          <a:p/>
        </p:txBody>
      </p:sp>
      <p:sp>
        <p:nvSpPr>
          <p:cNvPr id="178" name="Google Shape;178;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
        <p:nvSpPr>
          <p:cNvPr id="179" name="Google Shape;179;p13">
            <a:hlinkClick action="ppaction://hlinksldjump" r:id="rId2"/>
          </p:cNvPr>
          <p:cNvSpPr/>
          <p:nvPr/>
        </p:nvSpPr>
        <p:spPr>
          <a:xfrm>
            <a:off x="0" y="0"/>
            <a:ext cx="632700" cy="588600"/>
          </a:xfrm>
          <a:prstGeom prst="rect">
            <a:avLst/>
          </a:prstGeom>
          <a:solidFill>
            <a:srgbClr val="1B21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3">
            <a:hlinkClick action="ppaction://hlinksldjump" r:id="rId3"/>
          </p:cNvPr>
          <p:cNvSpPr/>
          <p:nvPr/>
        </p:nvSpPr>
        <p:spPr>
          <a:xfrm>
            <a:off x="212050" y="221751"/>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3">
            <a:hlinkClick action="ppaction://hlinksldjump" r:id="rId4"/>
          </p:cNvPr>
          <p:cNvSpPr/>
          <p:nvPr/>
        </p:nvSpPr>
        <p:spPr>
          <a:xfrm>
            <a:off x="212050" y="284225"/>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3">
            <a:hlinkClick action="ppaction://hlinksldjump" r:id="rId5"/>
          </p:cNvPr>
          <p:cNvSpPr/>
          <p:nvPr/>
        </p:nvSpPr>
        <p:spPr>
          <a:xfrm>
            <a:off x="212050" y="346699"/>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83" name="Shape 183"/>
        <p:cNvGrpSpPr/>
        <p:nvPr/>
      </p:nvGrpSpPr>
      <p:grpSpPr>
        <a:xfrm>
          <a:off x="0" y="0"/>
          <a:ext cx="0" cy="0"/>
          <a:chOff x="0" y="0"/>
          <a:chExt cx="0" cy="0"/>
        </a:xfrm>
      </p:grpSpPr>
      <p:grpSp>
        <p:nvGrpSpPr>
          <p:cNvPr id="184" name="Google Shape;184;p14"/>
          <p:cNvGrpSpPr/>
          <p:nvPr/>
        </p:nvGrpSpPr>
        <p:grpSpPr>
          <a:xfrm>
            <a:off x="4406400" y="0"/>
            <a:ext cx="4737600" cy="5143065"/>
            <a:chOff x="4406400" y="0"/>
            <a:chExt cx="4737600" cy="5143065"/>
          </a:xfrm>
        </p:grpSpPr>
        <p:sp>
          <p:nvSpPr>
            <p:cNvPr id="185" name="Google Shape;185;p14"/>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4"/>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4"/>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4"/>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4"/>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4"/>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4"/>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4"/>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4"/>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14"/>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4"/>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4"/>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4"/>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14"/>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4"/>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4"/>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4"/>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4"/>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3" name="Google Shape;203;p14"/>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204" name="Google Shape;204;p14"/>
          <p:cNvSpPr txBox="1"/>
          <p:nvPr>
            <p:ph idx="1" type="body"/>
          </p:nvPr>
        </p:nvSpPr>
        <p:spPr>
          <a:xfrm>
            <a:off x="823850" y="2643124"/>
            <a:ext cx="4776000" cy="12189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205" name="Google Shape;205;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
        <p:nvSpPr>
          <p:cNvPr id="206" name="Google Shape;206;p14">
            <a:hlinkClick action="ppaction://hlinksldjump" r:id="rId2"/>
          </p:cNvPr>
          <p:cNvSpPr/>
          <p:nvPr/>
        </p:nvSpPr>
        <p:spPr>
          <a:xfrm>
            <a:off x="0" y="0"/>
            <a:ext cx="632700" cy="588600"/>
          </a:xfrm>
          <a:prstGeom prst="rect">
            <a:avLst/>
          </a:prstGeom>
          <a:solidFill>
            <a:srgbClr val="1B21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4">
            <a:hlinkClick action="ppaction://hlinksldjump" r:id="rId3"/>
          </p:cNvPr>
          <p:cNvSpPr/>
          <p:nvPr/>
        </p:nvSpPr>
        <p:spPr>
          <a:xfrm>
            <a:off x="212050" y="221751"/>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4">
            <a:hlinkClick action="ppaction://hlinksldjump" r:id="rId4"/>
          </p:cNvPr>
          <p:cNvSpPr/>
          <p:nvPr/>
        </p:nvSpPr>
        <p:spPr>
          <a:xfrm>
            <a:off x="212050" y="284225"/>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14">
            <a:hlinkClick action="ppaction://hlinksldjump" r:id="rId5"/>
          </p:cNvPr>
          <p:cNvSpPr/>
          <p:nvPr/>
        </p:nvSpPr>
        <p:spPr>
          <a:xfrm>
            <a:off x="212050" y="346699"/>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10" name="Shape 210"/>
        <p:cNvGrpSpPr/>
        <p:nvPr/>
      </p:nvGrpSpPr>
      <p:grpSpPr>
        <a:xfrm>
          <a:off x="0" y="0"/>
          <a:ext cx="0" cy="0"/>
          <a:chOff x="0" y="0"/>
          <a:chExt cx="0" cy="0"/>
        </a:xfrm>
      </p:grpSpPr>
      <p:sp>
        <p:nvSpPr>
          <p:cNvPr id="211" name="Google Shape;211;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_alt3">
  <p:cSld name="TITLE_AND_BODY_1">
    <p:spTree>
      <p:nvGrpSpPr>
        <p:cNvPr id="212" name="Shape 212"/>
        <p:cNvGrpSpPr/>
        <p:nvPr/>
      </p:nvGrpSpPr>
      <p:grpSpPr>
        <a:xfrm>
          <a:off x="0" y="0"/>
          <a:ext cx="0" cy="0"/>
          <a:chOff x="0" y="0"/>
          <a:chExt cx="0" cy="0"/>
        </a:xfrm>
      </p:grpSpPr>
      <p:pic>
        <p:nvPicPr>
          <p:cNvPr descr="offset_comp_343059.jpg" id="213" name="Google Shape;213;p16"/>
          <p:cNvPicPr preferRelativeResize="0"/>
          <p:nvPr/>
        </p:nvPicPr>
        <p:blipFill rotWithShape="1">
          <a:blip r:embed="rId2">
            <a:alphaModFix amt="80000"/>
          </a:blip>
          <a:srcRect b="25870" l="30475" r="30475" t="11956"/>
          <a:stretch/>
        </p:blipFill>
        <p:spPr>
          <a:xfrm rot="-5400000">
            <a:off x="113630" y="-105700"/>
            <a:ext cx="5142300" cy="5364300"/>
          </a:xfrm>
          <a:prstGeom prst="diagStripe">
            <a:avLst>
              <a:gd fmla="val 50343" name="adj"/>
            </a:avLst>
          </a:prstGeom>
          <a:noFill/>
          <a:ln>
            <a:noFill/>
          </a:ln>
        </p:spPr>
      </p:pic>
      <p:sp>
        <p:nvSpPr>
          <p:cNvPr id="214" name="Google Shape;214;p16"/>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215" name="Google Shape;215;p16"/>
          <p:cNvSpPr txBox="1"/>
          <p:nvPr>
            <p:ph idx="1" type="body"/>
          </p:nvPr>
        </p:nvSpPr>
        <p:spPr>
          <a:xfrm>
            <a:off x="4018025" y="1567550"/>
            <a:ext cx="4318500" cy="17667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Clr>
                <a:schemeClr val="dk2"/>
              </a:buClr>
              <a:buSzPts val="1300"/>
              <a:buChar char="●"/>
              <a:defRPr>
                <a:solidFill>
                  <a:schemeClr val="dk2"/>
                </a:solidFill>
              </a:defRPr>
            </a:lvl1pPr>
            <a:lvl2pPr indent="-298450" lvl="1" marL="914400" rtl="0">
              <a:spcBef>
                <a:spcPts val="1600"/>
              </a:spcBef>
              <a:spcAft>
                <a:spcPts val="0"/>
              </a:spcAft>
              <a:buClr>
                <a:schemeClr val="dk2"/>
              </a:buClr>
              <a:buSzPts val="1100"/>
              <a:buChar char="○"/>
              <a:defRPr>
                <a:solidFill>
                  <a:schemeClr val="dk2"/>
                </a:solidFill>
              </a:defRPr>
            </a:lvl2pPr>
            <a:lvl3pPr indent="-298450" lvl="2" marL="1371600" rtl="0">
              <a:spcBef>
                <a:spcPts val="1600"/>
              </a:spcBef>
              <a:spcAft>
                <a:spcPts val="0"/>
              </a:spcAft>
              <a:buClr>
                <a:schemeClr val="dk2"/>
              </a:buClr>
              <a:buSzPts val="1100"/>
              <a:buChar char="■"/>
              <a:defRPr>
                <a:solidFill>
                  <a:schemeClr val="dk2"/>
                </a:solidFill>
              </a:defRPr>
            </a:lvl3pPr>
            <a:lvl4pPr indent="-298450" lvl="3" marL="1828800" rtl="0">
              <a:spcBef>
                <a:spcPts val="1600"/>
              </a:spcBef>
              <a:spcAft>
                <a:spcPts val="0"/>
              </a:spcAft>
              <a:buClr>
                <a:schemeClr val="dk2"/>
              </a:buClr>
              <a:buSzPts val="1100"/>
              <a:buChar char="●"/>
              <a:defRPr>
                <a:solidFill>
                  <a:schemeClr val="dk2"/>
                </a:solidFill>
              </a:defRPr>
            </a:lvl4pPr>
            <a:lvl5pPr indent="-298450" lvl="4" marL="2286000" rtl="0">
              <a:spcBef>
                <a:spcPts val="1600"/>
              </a:spcBef>
              <a:spcAft>
                <a:spcPts val="0"/>
              </a:spcAft>
              <a:buClr>
                <a:schemeClr val="dk2"/>
              </a:buClr>
              <a:buSzPts val="1100"/>
              <a:buChar char="○"/>
              <a:defRPr>
                <a:solidFill>
                  <a:schemeClr val="dk2"/>
                </a:solidFill>
              </a:defRPr>
            </a:lvl5pPr>
            <a:lvl6pPr indent="-298450" lvl="5" marL="2743200" rtl="0">
              <a:spcBef>
                <a:spcPts val="1600"/>
              </a:spcBef>
              <a:spcAft>
                <a:spcPts val="0"/>
              </a:spcAft>
              <a:buClr>
                <a:schemeClr val="dk2"/>
              </a:buClr>
              <a:buSzPts val="1100"/>
              <a:buChar char="■"/>
              <a:defRPr>
                <a:solidFill>
                  <a:schemeClr val="dk2"/>
                </a:solidFill>
              </a:defRPr>
            </a:lvl6pPr>
            <a:lvl7pPr indent="-298450" lvl="6" marL="3200400" rtl="0">
              <a:spcBef>
                <a:spcPts val="1600"/>
              </a:spcBef>
              <a:spcAft>
                <a:spcPts val="0"/>
              </a:spcAft>
              <a:buClr>
                <a:schemeClr val="dk2"/>
              </a:buClr>
              <a:buSzPts val="1100"/>
              <a:buChar char="●"/>
              <a:defRPr>
                <a:solidFill>
                  <a:schemeClr val="dk2"/>
                </a:solidFill>
              </a:defRPr>
            </a:lvl7pPr>
            <a:lvl8pPr indent="-298450" lvl="7" marL="3657600" rtl="0">
              <a:spcBef>
                <a:spcPts val="1600"/>
              </a:spcBef>
              <a:spcAft>
                <a:spcPts val="0"/>
              </a:spcAft>
              <a:buClr>
                <a:schemeClr val="dk2"/>
              </a:buClr>
              <a:buSzPts val="1100"/>
              <a:buChar char="○"/>
              <a:defRPr>
                <a:solidFill>
                  <a:schemeClr val="dk2"/>
                </a:solidFill>
              </a:defRPr>
            </a:lvl8pPr>
            <a:lvl9pPr indent="-298450" lvl="8" marL="4114800" rtl="0">
              <a:spcBef>
                <a:spcPts val="1600"/>
              </a:spcBef>
              <a:spcAft>
                <a:spcPts val="1600"/>
              </a:spcAft>
              <a:buClr>
                <a:schemeClr val="dk2"/>
              </a:buClr>
              <a:buSzPts val="1100"/>
              <a:buChar char="■"/>
              <a:defRPr>
                <a:solidFill>
                  <a:schemeClr val="dk2"/>
                </a:solidFill>
              </a:defRPr>
            </a:lvl9pPr>
          </a:lstStyle>
          <a:p/>
        </p:txBody>
      </p:sp>
      <p:sp>
        <p:nvSpPr>
          <p:cNvPr id="216" name="Google Shape;216;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
        <p:nvSpPr>
          <p:cNvPr id="217" name="Google Shape;217;p16">
            <a:hlinkClick action="ppaction://hlinksldjump" r:id="rId3"/>
          </p:cNvPr>
          <p:cNvSpPr/>
          <p:nvPr/>
        </p:nvSpPr>
        <p:spPr>
          <a:xfrm>
            <a:off x="0" y="0"/>
            <a:ext cx="632700" cy="588600"/>
          </a:xfrm>
          <a:prstGeom prst="rect">
            <a:avLst/>
          </a:prstGeom>
          <a:solidFill>
            <a:srgbClr val="1B21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6">
            <a:hlinkClick action="ppaction://hlinksldjump" r:id="rId4"/>
          </p:cNvPr>
          <p:cNvSpPr/>
          <p:nvPr/>
        </p:nvSpPr>
        <p:spPr>
          <a:xfrm>
            <a:off x="212050" y="221751"/>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6">
            <a:hlinkClick action="ppaction://hlinksldjump" r:id="rId5"/>
          </p:cNvPr>
          <p:cNvSpPr/>
          <p:nvPr/>
        </p:nvSpPr>
        <p:spPr>
          <a:xfrm>
            <a:off x="212050" y="284225"/>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16">
            <a:hlinkClick action="ppaction://hlinksldjump" r:id="rId6"/>
          </p:cNvPr>
          <p:cNvSpPr/>
          <p:nvPr/>
        </p:nvSpPr>
        <p:spPr>
          <a:xfrm>
            <a:off x="212050" y="346699"/>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1" name="Google Shape;221;p16"/>
          <p:cNvGrpSpPr/>
          <p:nvPr/>
        </p:nvGrpSpPr>
        <p:grpSpPr>
          <a:xfrm>
            <a:off x="0" y="381001"/>
            <a:ext cx="1037850" cy="1016287"/>
            <a:chOff x="0" y="381001"/>
            <a:chExt cx="1037850" cy="1016287"/>
          </a:xfrm>
        </p:grpSpPr>
        <p:sp>
          <p:nvSpPr>
            <p:cNvPr id="222" name="Google Shape;222;p1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1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6"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1600"/>
              </a:spcBef>
              <a:spcAft>
                <a:spcPts val="160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2.jp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17"/>
          <p:cNvSpPr txBox="1"/>
          <p:nvPr>
            <p:ph type="ctrTitle"/>
          </p:nvPr>
        </p:nvSpPr>
        <p:spPr>
          <a:xfrm>
            <a:off x="3007900" y="1578400"/>
            <a:ext cx="5546700" cy="1641600"/>
          </a:xfrm>
          <a:prstGeom prst="rect">
            <a:avLst/>
          </a:prstGeom>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GB" sz="3200">
                <a:solidFill>
                  <a:srgbClr val="FFFFFF"/>
                </a:solidFill>
                <a:latin typeface="Times New Roman"/>
                <a:ea typeface="Times New Roman"/>
                <a:cs typeface="Times New Roman"/>
                <a:sym typeface="Times New Roman"/>
              </a:rPr>
              <a:t>Nationwide </a:t>
            </a:r>
            <a:r>
              <a:rPr b="1" lang="en-GB" sz="3200">
                <a:solidFill>
                  <a:srgbClr val="FFFFFF"/>
                </a:solidFill>
                <a:latin typeface="Times New Roman"/>
                <a:ea typeface="Times New Roman"/>
                <a:cs typeface="Times New Roman"/>
                <a:sym typeface="Times New Roman"/>
              </a:rPr>
              <a:t>Hackathon</a:t>
            </a:r>
            <a:r>
              <a:rPr b="1" lang="en-GB" sz="3200">
                <a:solidFill>
                  <a:srgbClr val="FFFFFF"/>
                </a:solidFill>
                <a:latin typeface="Times New Roman"/>
                <a:ea typeface="Times New Roman"/>
                <a:cs typeface="Times New Roman"/>
                <a:sym typeface="Times New Roman"/>
              </a:rPr>
              <a:t> Pitch</a:t>
            </a:r>
            <a:endParaRPr b="1" sz="3200">
              <a:solidFill>
                <a:srgbClr val="FFFFFF"/>
              </a:solidFill>
              <a:latin typeface="Times New Roman"/>
              <a:ea typeface="Times New Roman"/>
              <a:cs typeface="Times New Roman"/>
              <a:sym typeface="Times New Roman"/>
            </a:endParaRPr>
          </a:p>
          <a:p>
            <a:pPr indent="0" lvl="0" marL="0" rtl="0" algn="ctr">
              <a:lnSpc>
                <a:spcPct val="115000"/>
              </a:lnSpc>
              <a:spcBef>
                <a:spcPts val="0"/>
              </a:spcBef>
              <a:spcAft>
                <a:spcPts val="0"/>
              </a:spcAft>
              <a:buNone/>
            </a:pPr>
            <a:r>
              <a:rPr b="1" lang="en-GB" sz="1900">
                <a:solidFill>
                  <a:srgbClr val="FFFFFF"/>
                </a:solidFill>
                <a:latin typeface="Times New Roman"/>
                <a:ea typeface="Times New Roman"/>
                <a:cs typeface="Times New Roman"/>
                <a:sym typeface="Times New Roman"/>
              </a:rPr>
              <a:t>AI Scheduling App for College Students</a:t>
            </a:r>
            <a:endParaRPr b="1" sz="1900">
              <a:solidFill>
                <a:srgbClr val="FFFFFF"/>
              </a:solidFill>
              <a:latin typeface="Times New Roman"/>
              <a:ea typeface="Times New Roman"/>
              <a:cs typeface="Times New Roman"/>
              <a:sym typeface="Times New Roman"/>
            </a:endParaRPr>
          </a:p>
          <a:p>
            <a:pPr indent="0" lvl="0" marL="0" rtl="0" algn="ctr">
              <a:spcBef>
                <a:spcPts val="0"/>
              </a:spcBef>
              <a:spcAft>
                <a:spcPts val="0"/>
              </a:spcAft>
              <a:buNone/>
            </a:pPr>
            <a:r>
              <a:t/>
            </a:r>
            <a:endParaRPr sz="3600">
              <a:latin typeface="Times New Roman"/>
              <a:ea typeface="Times New Roman"/>
              <a:cs typeface="Times New Roman"/>
              <a:sym typeface="Times New Roman"/>
            </a:endParaRPr>
          </a:p>
        </p:txBody>
      </p:sp>
      <p:sp>
        <p:nvSpPr>
          <p:cNvPr id="229" name="Google Shape;229;p17"/>
          <p:cNvSpPr txBox="1"/>
          <p:nvPr>
            <p:ph idx="1" type="subTitle"/>
          </p:nvPr>
        </p:nvSpPr>
        <p:spPr>
          <a:xfrm>
            <a:off x="5083950" y="3924925"/>
            <a:ext cx="3470700" cy="5061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n-GB">
                <a:latin typeface="Times New Roman"/>
                <a:ea typeface="Times New Roman"/>
                <a:cs typeface="Times New Roman"/>
                <a:sym typeface="Times New Roman"/>
              </a:rPr>
              <a:t>Fashad M. &amp;  Asher B.</a:t>
            </a:r>
            <a:endParaRPr>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18"/>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GB" sz="3600">
                <a:latin typeface="Times New Roman"/>
                <a:ea typeface="Times New Roman"/>
                <a:cs typeface="Times New Roman"/>
                <a:sym typeface="Times New Roman"/>
              </a:rPr>
              <a:t>Introduction </a:t>
            </a:r>
            <a:endParaRPr sz="3600">
              <a:latin typeface="Times New Roman"/>
              <a:ea typeface="Times New Roman"/>
              <a:cs typeface="Times New Roman"/>
              <a:sym typeface="Times New Roman"/>
            </a:endParaRPr>
          </a:p>
        </p:txBody>
      </p:sp>
      <p:sp>
        <p:nvSpPr>
          <p:cNvPr id="235" name="Google Shape;235;p18"/>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2000">
                <a:latin typeface="Times New Roman"/>
                <a:ea typeface="Times New Roman"/>
                <a:cs typeface="Times New Roman"/>
                <a:sym typeface="Times New Roman"/>
              </a:rPr>
              <a:t>Team Members</a:t>
            </a:r>
            <a:endParaRPr sz="2000">
              <a:latin typeface="Times New Roman"/>
              <a:ea typeface="Times New Roman"/>
              <a:cs typeface="Times New Roman"/>
              <a:sym typeface="Times New Roman"/>
            </a:endParaRPr>
          </a:p>
          <a:p>
            <a:pPr indent="0" lvl="0" marL="0" rtl="0" algn="l">
              <a:spcBef>
                <a:spcPts val="1600"/>
              </a:spcBef>
              <a:spcAft>
                <a:spcPts val="0"/>
              </a:spcAft>
              <a:buNone/>
            </a:pPr>
            <a:r>
              <a:rPr lang="en-GB" sz="1600">
                <a:latin typeface="Times New Roman"/>
                <a:ea typeface="Times New Roman"/>
                <a:cs typeface="Times New Roman"/>
                <a:sym typeface="Times New Roman"/>
              </a:rPr>
              <a:t>Fashad Morrison - Team Lead &amp; Program </a:t>
            </a:r>
            <a:r>
              <a:rPr lang="en-GB" sz="1600">
                <a:latin typeface="Times New Roman"/>
                <a:ea typeface="Times New Roman"/>
                <a:cs typeface="Times New Roman"/>
                <a:sym typeface="Times New Roman"/>
              </a:rPr>
              <a:t>Developer</a:t>
            </a:r>
            <a:endParaRPr sz="1600">
              <a:latin typeface="Times New Roman"/>
              <a:ea typeface="Times New Roman"/>
              <a:cs typeface="Times New Roman"/>
              <a:sym typeface="Times New Roman"/>
            </a:endParaRPr>
          </a:p>
          <a:p>
            <a:pPr indent="0" lvl="0" marL="0" rtl="0" algn="l">
              <a:spcBef>
                <a:spcPts val="1600"/>
              </a:spcBef>
              <a:spcAft>
                <a:spcPts val="1600"/>
              </a:spcAft>
              <a:buNone/>
            </a:pPr>
            <a:r>
              <a:rPr lang="en-GB" sz="1600">
                <a:latin typeface="Times New Roman"/>
                <a:ea typeface="Times New Roman"/>
                <a:cs typeface="Times New Roman"/>
                <a:sym typeface="Times New Roman"/>
              </a:rPr>
              <a:t>Asher Brown -  </a:t>
            </a:r>
            <a:r>
              <a:rPr lang="en-GB" sz="1600">
                <a:latin typeface="Times New Roman"/>
                <a:ea typeface="Times New Roman"/>
                <a:cs typeface="Times New Roman"/>
                <a:sym typeface="Times New Roman"/>
              </a:rPr>
              <a:t> Systems developers &amp; Systems designers</a:t>
            </a:r>
            <a:endParaRPr sz="1600">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19"/>
          <p:cNvSpPr txBox="1"/>
          <p:nvPr>
            <p:ph type="title"/>
          </p:nvPr>
        </p:nvSpPr>
        <p:spPr>
          <a:xfrm>
            <a:off x="1297500" y="1132625"/>
            <a:ext cx="7038900" cy="48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sz="1400">
                <a:latin typeface="Times New Roman"/>
                <a:ea typeface="Times New Roman"/>
                <a:cs typeface="Times New Roman"/>
                <a:sym typeface="Times New Roman"/>
              </a:rPr>
              <a:t>TOC</a:t>
            </a:r>
            <a:endParaRPr b="1" sz="1400">
              <a:latin typeface="Times New Roman"/>
              <a:ea typeface="Times New Roman"/>
              <a:cs typeface="Times New Roman"/>
              <a:sym typeface="Times New Roman"/>
            </a:endParaRPr>
          </a:p>
        </p:txBody>
      </p:sp>
      <p:sp>
        <p:nvSpPr>
          <p:cNvPr id="241" name="Google Shape;241;p19"/>
          <p:cNvSpPr txBox="1"/>
          <p:nvPr/>
        </p:nvSpPr>
        <p:spPr>
          <a:xfrm>
            <a:off x="1294301" y="2097575"/>
            <a:ext cx="3018300" cy="325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GB">
                <a:solidFill>
                  <a:schemeClr val="lt1"/>
                </a:solidFill>
                <a:latin typeface="Times New Roman"/>
                <a:ea typeface="Times New Roman"/>
                <a:cs typeface="Times New Roman"/>
                <a:sym typeface="Times New Roman"/>
              </a:rPr>
              <a:t>Overview</a:t>
            </a:r>
            <a:r>
              <a:rPr b="1" lang="en-GB">
                <a:solidFill>
                  <a:schemeClr val="lt1"/>
                </a:solidFill>
                <a:latin typeface="Times New Roman"/>
                <a:ea typeface="Times New Roman"/>
                <a:cs typeface="Times New Roman"/>
                <a:sym typeface="Times New Roman"/>
              </a:rPr>
              <a:t> </a:t>
            </a:r>
            <a:endParaRPr b="1">
              <a:solidFill>
                <a:schemeClr val="lt1"/>
              </a:solidFill>
              <a:latin typeface="Times New Roman"/>
              <a:ea typeface="Times New Roman"/>
              <a:cs typeface="Times New Roman"/>
              <a:sym typeface="Times New Roman"/>
            </a:endParaRPr>
          </a:p>
        </p:txBody>
      </p:sp>
      <p:sp>
        <p:nvSpPr>
          <p:cNvPr id="242" name="Google Shape;242;p19"/>
          <p:cNvSpPr txBox="1"/>
          <p:nvPr/>
        </p:nvSpPr>
        <p:spPr>
          <a:xfrm>
            <a:off x="1294301" y="2423076"/>
            <a:ext cx="3018300" cy="325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GB">
                <a:solidFill>
                  <a:schemeClr val="lt1"/>
                </a:solidFill>
                <a:latin typeface="Times New Roman"/>
                <a:ea typeface="Times New Roman"/>
                <a:cs typeface="Times New Roman"/>
                <a:sym typeface="Times New Roman"/>
              </a:rPr>
              <a:t>The Problem</a:t>
            </a:r>
            <a:endParaRPr b="1">
              <a:solidFill>
                <a:schemeClr val="lt1"/>
              </a:solidFill>
              <a:latin typeface="Times New Roman"/>
              <a:ea typeface="Times New Roman"/>
              <a:cs typeface="Times New Roman"/>
              <a:sym typeface="Times New Roman"/>
            </a:endParaRPr>
          </a:p>
        </p:txBody>
      </p:sp>
      <p:sp>
        <p:nvSpPr>
          <p:cNvPr id="243" name="Google Shape;243;p19"/>
          <p:cNvSpPr txBox="1"/>
          <p:nvPr/>
        </p:nvSpPr>
        <p:spPr>
          <a:xfrm>
            <a:off x="1294301" y="2748576"/>
            <a:ext cx="3018300" cy="325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GB">
                <a:solidFill>
                  <a:schemeClr val="lt1"/>
                </a:solidFill>
                <a:latin typeface="Times New Roman"/>
                <a:ea typeface="Times New Roman"/>
                <a:cs typeface="Times New Roman"/>
                <a:sym typeface="Times New Roman"/>
              </a:rPr>
              <a:t>Our Solution</a:t>
            </a:r>
            <a:endParaRPr b="1">
              <a:solidFill>
                <a:schemeClr val="lt1"/>
              </a:solidFill>
              <a:latin typeface="Times New Roman"/>
              <a:ea typeface="Times New Roman"/>
              <a:cs typeface="Times New Roman"/>
              <a:sym typeface="Times New Roman"/>
            </a:endParaRPr>
          </a:p>
        </p:txBody>
      </p:sp>
      <p:sp>
        <p:nvSpPr>
          <p:cNvPr id="244" name="Google Shape;244;p19"/>
          <p:cNvSpPr txBox="1"/>
          <p:nvPr/>
        </p:nvSpPr>
        <p:spPr>
          <a:xfrm>
            <a:off x="1294301" y="3074077"/>
            <a:ext cx="3018300" cy="325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GB">
                <a:solidFill>
                  <a:schemeClr val="lt1"/>
                </a:solidFill>
                <a:latin typeface="Times New Roman"/>
                <a:ea typeface="Times New Roman"/>
                <a:cs typeface="Times New Roman"/>
                <a:sym typeface="Times New Roman"/>
              </a:rPr>
              <a:t>Key Features</a:t>
            </a:r>
            <a:endParaRPr b="1">
              <a:solidFill>
                <a:schemeClr val="lt1"/>
              </a:solidFill>
              <a:latin typeface="Times New Roman"/>
              <a:ea typeface="Times New Roman"/>
              <a:cs typeface="Times New Roman"/>
              <a:sym typeface="Times New Roman"/>
            </a:endParaRPr>
          </a:p>
        </p:txBody>
      </p:sp>
      <p:sp>
        <p:nvSpPr>
          <p:cNvPr id="245" name="Google Shape;245;p19"/>
          <p:cNvSpPr txBox="1"/>
          <p:nvPr/>
        </p:nvSpPr>
        <p:spPr>
          <a:xfrm>
            <a:off x="1294301" y="3399577"/>
            <a:ext cx="3018300" cy="325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GB">
                <a:solidFill>
                  <a:schemeClr val="lt1"/>
                </a:solidFill>
                <a:latin typeface="Times New Roman"/>
                <a:ea typeface="Times New Roman"/>
                <a:cs typeface="Times New Roman"/>
                <a:sym typeface="Times New Roman"/>
              </a:rPr>
              <a:t>How It Works</a:t>
            </a:r>
            <a:endParaRPr b="1">
              <a:solidFill>
                <a:schemeClr val="lt1"/>
              </a:solidFill>
              <a:latin typeface="Times New Roman"/>
              <a:ea typeface="Times New Roman"/>
              <a:cs typeface="Times New Roman"/>
              <a:sym typeface="Times New Roman"/>
            </a:endParaRPr>
          </a:p>
        </p:txBody>
      </p:sp>
      <p:sp>
        <p:nvSpPr>
          <p:cNvPr id="246" name="Google Shape;246;p19"/>
          <p:cNvSpPr txBox="1"/>
          <p:nvPr/>
        </p:nvSpPr>
        <p:spPr>
          <a:xfrm>
            <a:off x="1294298" y="3725075"/>
            <a:ext cx="3018300" cy="325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GB">
                <a:solidFill>
                  <a:schemeClr val="lt1"/>
                </a:solidFill>
                <a:latin typeface="Times New Roman"/>
                <a:ea typeface="Times New Roman"/>
                <a:cs typeface="Times New Roman"/>
                <a:sym typeface="Times New Roman"/>
              </a:rPr>
              <a:t>Market Opportunity</a:t>
            </a:r>
            <a:endParaRPr b="1">
              <a:solidFill>
                <a:schemeClr val="lt1"/>
              </a:solidFill>
              <a:latin typeface="Times New Roman"/>
              <a:ea typeface="Times New Roman"/>
              <a:cs typeface="Times New Roman"/>
              <a:sym typeface="Times New Roman"/>
            </a:endParaRPr>
          </a:p>
        </p:txBody>
      </p:sp>
      <p:sp>
        <p:nvSpPr>
          <p:cNvPr id="247" name="Google Shape;247;p19"/>
          <p:cNvSpPr txBox="1"/>
          <p:nvPr/>
        </p:nvSpPr>
        <p:spPr>
          <a:xfrm>
            <a:off x="3263550" y="2218250"/>
            <a:ext cx="2376300" cy="257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GB">
                <a:solidFill>
                  <a:schemeClr val="lt1"/>
                </a:solidFill>
                <a:latin typeface="Times New Roman"/>
                <a:ea typeface="Times New Roman"/>
                <a:cs typeface="Times New Roman"/>
                <a:sym typeface="Times New Roman"/>
              </a:rPr>
              <a:t>Business Model</a:t>
            </a:r>
            <a:endParaRPr b="1">
              <a:solidFill>
                <a:schemeClr val="lt1"/>
              </a:solidFill>
              <a:latin typeface="Times New Roman"/>
              <a:ea typeface="Times New Roman"/>
              <a:cs typeface="Times New Roman"/>
              <a:sym typeface="Times New Roman"/>
            </a:endParaRPr>
          </a:p>
        </p:txBody>
      </p:sp>
      <p:sp>
        <p:nvSpPr>
          <p:cNvPr id="248" name="Google Shape;248;p19"/>
          <p:cNvSpPr txBox="1"/>
          <p:nvPr/>
        </p:nvSpPr>
        <p:spPr>
          <a:xfrm>
            <a:off x="3263550" y="2808900"/>
            <a:ext cx="2376300" cy="257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GB">
                <a:solidFill>
                  <a:schemeClr val="lt1"/>
                </a:solidFill>
                <a:latin typeface="Times New Roman"/>
                <a:ea typeface="Times New Roman"/>
                <a:cs typeface="Times New Roman"/>
                <a:sym typeface="Times New Roman"/>
              </a:rPr>
              <a:t>Impact</a:t>
            </a:r>
            <a:endParaRPr b="1">
              <a:solidFill>
                <a:schemeClr val="lt1"/>
              </a:solidFill>
              <a:latin typeface="Times New Roman"/>
              <a:ea typeface="Times New Roman"/>
              <a:cs typeface="Times New Roman"/>
              <a:sym typeface="Times New Roman"/>
            </a:endParaRPr>
          </a:p>
        </p:txBody>
      </p:sp>
      <p:sp>
        <p:nvSpPr>
          <p:cNvPr id="249" name="Google Shape;249;p19"/>
          <p:cNvSpPr txBox="1"/>
          <p:nvPr/>
        </p:nvSpPr>
        <p:spPr>
          <a:xfrm>
            <a:off x="3263550" y="2445425"/>
            <a:ext cx="1955100" cy="32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a:solidFill>
                  <a:schemeClr val="lt1"/>
                </a:solidFill>
                <a:latin typeface="Times New Roman"/>
                <a:ea typeface="Times New Roman"/>
                <a:cs typeface="Times New Roman"/>
                <a:sym typeface="Times New Roman"/>
              </a:rPr>
              <a:t>Closing</a:t>
            </a:r>
            <a:endParaRPr b="1">
              <a:solidFill>
                <a:schemeClr val="lt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20"/>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Overview</a:t>
            </a:r>
            <a:endParaRPr/>
          </a:p>
        </p:txBody>
      </p:sp>
      <p:sp>
        <p:nvSpPr>
          <p:cNvPr id="255" name="Google Shape;255;p20"/>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lang="en-GB" sz="1400">
                <a:latin typeface="Times New Roman"/>
                <a:ea typeface="Times New Roman"/>
                <a:cs typeface="Times New Roman"/>
                <a:sym typeface="Times New Roman"/>
              </a:rPr>
              <a:t>SmartSchedule AI is an AI-powered scheduling application designed to help college students optimize their time, reduce stress, and improve academic performance. By using machine learning and predictive analytics, the platform creates personalized schedules based on a student’s classes, assignments, work commitments, and habits, while continuously adjusting in real time as changes occur. Unlike traditional planners, SmartSchedule AI acts as an intelligent assistant—prioritizing tasks, predicting workload, and providing actionable insights to enhance productivity. The solution empowers students to better manage their responsibilities, achieve higher academic outcomes, and maintain a healthier balance between school and personal life.</a:t>
            </a:r>
            <a:endParaRPr sz="1400">
              <a:latin typeface="Times New Roman"/>
              <a:ea typeface="Times New Roman"/>
              <a:cs typeface="Times New Roman"/>
              <a:sym typeface="Times New Roman"/>
            </a:endParaRPr>
          </a:p>
          <a:p>
            <a:pPr indent="0" lvl="0" marL="0" rtl="0" algn="l">
              <a:spcBef>
                <a:spcPts val="1200"/>
              </a:spcBef>
              <a:spcAft>
                <a:spcPts val="1600"/>
              </a:spcAft>
              <a:buNone/>
            </a:pPr>
            <a:r>
              <a:t/>
            </a:r>
            <a:endParaRPr sz="1400">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21"/>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latin typeface="Times New Roman"/>
                <a:ea typeface="Times New Roman"/>
                <a:cs typeface="Times New Roman"/>
                <a:sym typeface="Times New Roman"/>
              </a:rPr>
              <a:t>Understanding the problems</a:t>
            </a:r>
            <a:endParaRPr>
              <a:latin typeface="Times New Roman"/>
              <a:ea typeface="Times New Roman"/>
              <a:cs typeface="Times New Roman"/>
              <a:sym typeface="Times New Roman"/>
            </a:endParaRPr>
          </a:p>
        </p:txBody>
      </p:sp>
      <p:sp>
        <p:nvSpPr>
          <p:cNvPr id="261" name="Google Shape;261;p21"/>
          <p:cNvSpPr txBox="1"/>
          <p:nvPr/>
        </p:nvSpPr>
        <p:spPr>
          <a:xfrm>
            <a:off x="1297500" y="1743644"/>
            <a:ext cx="732900" cy="80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400">
                <a:solidFill>
                  <a:srgbClr val="FFFFFF"/>
                </a:solidFill>
                <a:latin typeface="Times New Roman"/>
                <a:ea typeface="Times New Roman"/>
                <a:cs typeface="Times New Roman"/>
                <a:sym typeface="Times New Roman"/>
              </a:rPr>
              <a:t>01</a:t>
            </a:r>
            <a:endParaRPr>
              <a:solidFill>
                <a:srgbClr val="FFFFFF"/>
              </a:solidFill>
              <a:latin typeface="Times New Roman"/>
              <a:ea typeface="Times New Roman"/>
              <a:cs typeface="Times New Roman"/>
              <a:sym typeface="Times New Roman"/>
            </a:endParaRPr>
          </a:p>
          <a:p>
            <a:pPr indent="0" lvl="0" marL="0" rtl="0" algn="l">
              <a:spcBef>
                <a:spcPts val="0"/>
              </a:spcBef>
              <a:spcAft>
                <a:spcPts val="0"/>
              </a:spcAft>
              <a:buNone/>
            </a:pPr>
            <a:r>
              <a:t/>
            </a:r>
            <a:endParaRPr sz="1300">
              <a:solidFill>
                <a:srgbClr val="FFFFFF"/>
              </a:solidFill>
              <a:latin typeface="Times New Roman"/>
              <a:ea typeface="Times New Roman"/>
              <a:cs typeface="Times New Roman"/>
              <a:sym typeface="Times New Roman"/>
            </a:endParaRPr>
          </a:p>
        </p:txBody>
      </p:sp>
      <p:sp>
        <p:nvSpPr>
          <p:cNvPr id="262" name="Google Shape;262;p21"/>
          <p:cNvSpPr txBox="1"/>
          <p:nvPr>
            <p:ph idx="1" type="body"/>
          </p:nvPr>
        </p:nvSpPr>
        <p:spPr>
          <a:xfrm>
            <a:off x="2030400" y="1743675"/>
            <a:ext cx="5877300" cy="8088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GB">
                <a:solidFill>
                  <a:srgbClr val="FFFFFF"/>
                </a:solidFill>
                <a:latin typeface="Times New Roman"/>
                <a:ea typeface="Times New Roman"/>
                <a:cs typeface="Times New Roman"/>
                <a:sym typeface="Times New Roman"/>
              </a:rPr>
              <a:t>Time Management Issues</a:t>
            </a:r>
            <a:endParaRPr b="1">
              <a:solidFill>
                <a:srgbClr val="FFFFFF"/>
              </a:solidFill>
              <a:latin typeface="Times New Roman"/>
              <a:ea typeface="Times New Roman"/>
              <a:cs typeface="Times New Roman"/>
              <a:sym typeface="Times New Roman"/>
            </a:endParaRPr>
          </a:p>
          <a:p>
            <a:pPr indent="-311150" lvl="0" marL="457200" rtl="0" algn="l">
              <a:lnSpc>
                <a:spcPct val="100000"/>
              </a:lnSpc>
              <a:spcBef>
                <a:spcPts val="0"/>
              </a:spcBef>
              <a:spcAft>
                <a:spcPts val="0"/>
              </a:spcAft>
              <a:buClr>
                <a:srgbClr val="FFFFFF"/>
              </a:buClr>
              <a:buSzPts val="1300"/>
              <a:buFont typeface="Times New Roman"/>
              <a:buAutoNum type="arabicPeriod"/>
            </a:pPr>
            <a:r>
              <a:rPr lang="en-GB">
                <a:solidFill>
                  <a:srgbClr val="FFFFFF"/>
                </a:solidFill>
                <a:latin typeface="Times New Roman"/>
                <a:ea typeface="Times New Roman"/>
                <a:cs typeface="Times New Roman"/>
                <a:sym typeface="Times New Roman"/>
              </a:rPr>
              <a:t>Students juggle classes, work, and life</a:t>
            </a:r>
            <a:endParaRPr>
              <a:solidFill>
                <a:srgbClr val="FFFFFF"/>
              </a:solidFill>
              <a:latin typeface="Times New Roman"/>
              <a:ea typeface="Times New Roman"/>
              <a:cs typeface="Times New Roman"/>
              <a:sym typeface="Times New Roman"/>
            </a:endParaRPr>
          </a:p>
          <a:p>
            <a:pPr indent="-311150" lvl="0" marL="457200" rtl="0" algn="l">
              <a:lnSpc>
                <a:spcPct val="100000"/>
              </a:lnSpc>
              <a:spcBef>
                <a:spcPts val="0"/>
              </a:spcBef>
              <a:spcAft>
                <a:spcPts val="0"/>
              </a:spcAft>
              <a:buClr>
                <a:srgbClr val="FFFFFF"/>
              </a:buClr>
              <a:buSzPts val="1300"/>
              <a:buFont typeface="Times New Roman"/>
              <a:buAutoNum type="arabicPeriod"/>
            </a:pPr>
            <a:r>
              <a:rPr lang="en-GB">
                <a:solidFill>
                  <a:srgbClr val="FFFFFF"/>
                </a:solidFill>
                <a:latin typeface="Times New Roman"/>
                <a:ea typeface="Times New Roman"/>
                <a:cs typeface="Times New Roman"/>
                <a:sym typeface="Times New Roman"/>
              </a:rPr>
              <a:t>Lack of structured planning tools</a:t>
            </a:r>
            <a:endParaRPr>
              <a:solidFill>
                <a:srgbClr val="FFFFFF"/>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a:solidFill>
                <a:srgbClr val="FFFFFF"/>
              </a:solidFill>
              <a:latin typeface="Times New Roman"/>
              <a:ea typeface="Times New Roman"/>
              <a:cs typeface="Times New Roman"/>
              <a:sym typeface="Times New Roman"/>
            </a:endParaRPr>
          </a:p>
        </p:txBody>
      </p:sp>
      <p:sp>
        <p:nvSpPr>
          <p:cNvPr id="263" name="Google Shape;263;p21"/>
          <p:cNvSpPr txBox="1"/>
          <p:nvPr/>
        </p:nvSpPr>
        <p:spPr>
          <a:xfrm>
            <a:off x="1297500" y="2658481"/>
            <a:ext cx="732900" cy="80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400">
                <a:solidFill>
                  <a:srgbClr val="FFFFFF"/>
                </a:solidFill>
                <a:latin typeface="Times New Roman"/>
                <a:ea typeface="Times New Roman"/>
                <a:cs typeface="Times New Roman"/>
                <a:sym typeface="Times New Roman"/>
              </a:rPr>
              <a:t>02</a:t>
            </a:r>
            <a:endParaRPr>
              <a:solidFill>
                <a:srgbClr val="FFFFFF"/>
              </a:solidFill>
              <a:latin typeface="Times New Roman"/>
              <a:ea typeface="Times New Roman"/>
              <a:cs typeface="Times New Roman"/>
              <a:sym typeface="Times New Roman"/>
            </a:endParaRPr>
          </a:p>
          <a:p>
            <a:pPr indent="0" lvl="0" marL="0" rtl="0" algn="l">
              <a:spcBef>
                <a:spcPts val="0"/>
              </a:spcBef>
              <a:spcAft>
                <a:spcPts val="0"/>
              </a:spcAft>
              <a:buNone/>
            </a:pPr>
            <a:r>
              <a:t/>
            </a:r>
            <a:endParaRPr sz="1300">
              <a:solidFill>
                <a:srgbClr val="FFFFFF"/>
              </a:solidFill>
              <a:latin typeface="Times New Roman"/>
              <a:ea typeface="Times New Roman"/>
              <a:cs typeface="Times New Roman"/>
              <a:sym typeface="Times New Roman"/>
            </a:endParaRPr>
          </a:p>
        </p:txBody>
      </p:sp>
      <p:sp>
        <p:nvSpPr>
          <p:cNvPr id="264" name="Google Shape;264;p21"/>
          <p:cNvSpPr txBox="1"/>
          <p:nvPr/>
        </p:nvSpPr>
        <p:spPr>
          <a:xfrm>
            <a:off x="1297500" y="3573344"/>
            <a:ext cx="732900" cy="80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400">
                <a:solidFill>
                  <a:srgbClr val="FFFFFF"/>
                </a:solidFill>
                <a:latin typeface="Times New Roman"/>
                <a:ea typeface="Times New Roman"/>
                <a:cs typeface="Times New Roman"/>
                <a:sym typeface="Times New Roman"/>
              </a:rPr>
              <a:t>03</a:t>
            </a:r>
            <a:endParaRPr sz="1300">
              <a:solidFill>
                <a:srgbClr val="FFFFFF"/>
              </a:solidFill>
              <a:latin typeface="Times New Roman"/>
              <a:ea typeface="Times New Roman"/>
              <a:cs typeface="Times New Roman"/>
              <a:sym typeface="Times New Roman"/>
            </a:endParaRPr>
          </a:p>
        </p:txBody>
      </p:sp>
      <p:sp>
        <p:nvSpPr>
          <p:cNvPr id="265" name="Google Shape;265;p21"/>
          <p:cNvSpPr txBox="1"/>
          <p:nvPr>
            <p:ph idx="1" type="body"/>
          </p:nvPr>
        </p:nvSpPr>
        <p:spPr>
          <a:xfrm>
            <a:off x="2030400" y="3573363"/>
            <a:ext cx="5877300" cy="808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FFFFFF"/>
                </a:solidFill>
                <a:latin typeface="Times New Roman"/>
                <a:ea typeface="Times New Roman"/>
                <a:cs typeface="Times New Roman"/>
                <a:sym typeface="Times New Roman"/>
              </a:rPr>
              <a:t>Lack of Planning</a:t>
            </a:r>
            <a:endParaRPr>
              <a:solidFill>
                <a:srgbClr val="FFFFFF"/>
              </a:solidFill>
              <a:latin typeface="Times New Roman"/>
              <a:ea typeface="Times New Roman"/>
              <a:cs typeface="Times New Roman"/>
              <a:sym typeface="Times New Roman"/>
            </a:endParaRPr>
          </a:p>
          <a:p>
            <a:pPr indent="-311150" lvl="0" marL="457200" rtl="0" algn="l">
              <a:spcBef>
                <a:spcPts val="0"/>
              </a:spcBef>
              <a:spcAft>
                <a:spcPts val="0"/>
              </a:spcAft>
              <a:buClr>
                <a:srgbClr val="FFFFFF"/>
              </a:buClr>
              <a:buSzPts val="1300"/>
              <a:buFont typeface="Times New Roman"/>
              <a:buAutoNum type="arabicPeriod"/>
            </a:pPr>
            <a:r>
              <a:rPr lang="en-GB">
                <a:solidFill>
                  <a:srgbClr val="FFFFFF"/>
                </a:solidFill>
                <a:latin typeface="Times New Roman"/>
                <a:ea typeface="Times New Roman"/>
                <a:cs typeface="Times New Roman"/>
                <a:sym typeface="Times New Roman"/>
              </a:rPr>
              <a:t>No clear overview of upcoming workload</a:t>
            </a:r>
            <a:endParaRPr>
              <a:solidFill>
                <a:srgbClr val="FFFFFF"/>
              </a:solidFill>
              <a:latin typeface="Times New Roman"/>
              <a:ea typeface="Times New Roman"/>
              <a:cs typeface="Times New Roman"/>
              <a:sym typeface="Times New Roman"/>
            </a:endParaRPr>
          </a:p>
          <a:p>
            <a:pPr indent="-311150" lvl="0" marL="457200" rtl="0" algn="l">
              <a:spcBef>
                <a:spcPts val="0"/>
              </a:spcBef>
              <a:spcAft>
                <a:spcPts val="0"/>
              </a:spcAft>
              <a:buClr>
                <a:srgbClr val="FFFFFF"/>
              </a:buClr>
              <a:buSzPts val="1300"/>
              <a:buFont typeface="Times New Roman"/>
              <a:buAutoNum type="arabicPeriod"/>
            </a:pPr>
            <a:r>
              <a:rPr lang="en-GB">
                <a:solidFill>
                  <a:srgbClr val="FFFFFF"/>
                </a:solidFill>
                <a:latin typeface="Times New Roman"/>
                <a:ea typeface="Times New Roman"/>
                <a:cs typeface="Times New Roman"/>
                <a:sym typeface="Times New Roman"/>
              </a:rPr>
              <a:t>Leads to last-minute stress and cramming</a:t>
            </a:r>
            <a:endParaRPr>
              <a:solidFill>
                <a:srgbClr val="FFFFFF"/>
              </a:solidFill>
              <a:latin typeface="Times New Roman"/>
              <a:ea typeface="Times New Roman"/>
              <a:cs typeface="Times New Roman"/>
              <a:sym typeface="Times New Roman"/>
            </a:endParaRPr>
          </a:p>
        </p:txBody>
      </p:sp>
      <p:sp>
        <p:nvSpPr>
          <p:cNvPr id="266" name="Google Shape;266;p21"/>
          <p:cNvSpPr txBox="1"/>
          <p:nvPr>
            <p:ph idx="1" type="body"/>
          </p:nvPr>
        </p:nvSpPr>
        <p:spPr>
          <a:xfrm>
            <a:off x="2030400" y="2658513"/>
            <a:ext cx="5877300" cy="808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FFFFFF"/>
                </a:solidFill>
                <a:latin typeface="Times New Roman"/>
                <a:ea typeface="Times New Roman"/>
                <a:cs typeface="Times New Roman"/>
                <a:sym typeface="Times New Roman"/>
              </a:rPr>
              <a:t>Missed Deadlines</a:t>
            </a:r>
            <a:endParaRPr>
              <a:solidFill>
                <a:srgbClr val="FFFFFF"/>
              </a:solidFill>
              <a:latin typeface="Times New Roman"/>
              <a:ea typeface="Times New Roman"/>
              <a:cs typeface="Times New Roman"/>
              <a:sym typeface="Times New Roman"/>
            </a:endParaRPr>
          </a:p>
          <a:p>
            <a:pPr indent="-311150" lvl="0" marL="457200" rtl="0" algn="l">
              <a:spcBef>
                <a:spcPts val="0"/>
              </a:spcBef>
              <a:spcAft>
                <a:spcPts val="0"/>
              </a:spcAft>
              <a:buClr>
                <a:srgbClr val="FFFFFF"/>
              </a:buClr>
              <a:buSzPts val="1300"/>
              <a:buFont typeface="Times New Roman"/>
              <a:buAutoNum type="arabicPeriod"/>
            </a:pPr>
            <a:r>
              <a:rPr lang="en-GB">
                <a:solidFill>
                  <a:srgbClr val="FFFFFF"/>
                </a:solidFill>
                <a:latin typeface="Times New Roman"/>
                <a:ea typeface="Times New Roman"/>
                <a:cs typeface="Times New Roman"/>
                <a:sym typeface="Times New Roman"/>
              </a:rPr>
              <a:t>Assignments overlooked or rushed</a:t>
            </a:r>
            <a:endParaRPr>
              <a:solidFill>
                <a:srgbClr val="FFFFFF"/>
              </a:solidFill>
              <a:latin typeface="Times New Roman"/>
              <a:ea typeface="Times New Roman"/>
              <a:cs typeface="Times New Roman"/>
              <a:sym typeface="Times New Roman"/>
            </a:endParaRPr>
          </a:p>
          <a:p>
            <a:pPr indent="-311150" lvl="0" marL="457200" rtl="0" algn="l">
              <a:spcBef>
                <a:spcPts val="0"/>
              </a:spcBef>
              <a:spcAft>
                <a:spcPts val="0"/>
              </a:spcAft>
              <a:buClr>
                <a:srgbClr val="FFFFFF"/>
              </a:buClr>
              <a:buSzPts val="1300"/>
              <a:buFont typeface="Times New Roman"/>
              <a:buAutoNum type="arabicPeriod"/>
            </a:pPr>
            <a:r>
              <a:rPr lang="en-GB">
                <a:solidFill>
                  <a:srgbClr val="FFFFFF"/>
                </a:solidFill>
                <a:latin typeface="Times New Roman"/>
                <a:ea typeface="Times New Roman"/>
                <a:cs typeface="Times New Roman"/>
                <a:sym typeface="Times New Roman"/>
              </a:rPr>
              <a:t>Poor prioritization of tasks</a:t>
            </a:r>
            <a:endParaRPr>
              <a:solidFill>
                <a:srgbClr val="FFFFFF"/>
              </a:solidFill>
              <a:latin typeface="Times New Roman"/>
              <a:ea typeface="Times New Roman"/>
              <a:cs typeface="Times New Roman"/>
              <a:sym typeface="Times New Roman"/>
            </a:endParaRPr>
          </a:p>
          <a:p>
            <a:pPr indent="0" lvl="0" marL="0" rtl="0" algn="l">
              <a:spcBef>
                <a:spcPts val="0"/>
              </a:spcBef>
              <a:spcAft>
                <a:spcPts val="0"/>
              </a:spcAft>
              <a:buNone/>
            </a:pPr>
            <a:r>
              <a:t/>
            </a:r>
            <a:endParaRPr>
              <a:solidFill>
                <a:srgbClr val="FFFFFF"/>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22"/>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latin typeface="Times New Roman"/>
                <a:ea typeface="Times New Roman"/>
                <a:cs typeface="Times New Roman"/>
                <a:sym typeface="Times New Roman"/>
              </a:rPr>
              <a:t>Our Solution</a:t>
            </a:r>
            <a:endParaRPr>
              <a:latin typeface="Times New Roman"/>
              <a:ea typeface="Times New Roman"/>
              <a:cs typeface="Times New Roman"/>
              <a:sym typeface="Times New Roman"/>
            </a:endParaRPr>
          </a:p>
        </p:txBody>
      </p:sp>
      <p:sp>
        <p:nvSpPr>
          <p:cNvPr id="272" name="Google Shape;272;p22"/>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0" lvl="0" marL="0" rtl="0" algn="l">
              <a:spcBef>
                <a:spcPts val="500"/>
              </a:spcBef>
              <a:spcAft>
                <a:spcPts val="0"/>
              </a:spcAft>
              <a:buNone/>
            </a:pPr>
            <a:r>
              <a:rPr b="1" lang="en-GB" sz="2000">
                <a:solidFill>
                  <a:srgbClr val="FFFFFF"/>
                </a:solidFill>
                <a:latin typeface="Times New Roman"/>
                <a:ea typeface="Times New Roman"/>
                <a:cs typeface="Times New Roman"/>
                <a:sym typeface="Times New Roman"/>
              </a:rPr>
              <a:t>AI Scheduling System</a:t>
            </a:r>
            <a:endParaRPr b="1" sz="2000">
              <a:solidFill>
                <a:srgbClr val="FFFFFF"/>
              </a:solidFill>
              <a:latin typeface="Times New Roman"/>
              <a:ea typeface="Times New Roman"/>
              <a:cs typeface="Times New Roman"/>
              <a:sym typeface="Times New Roman"/>
            </a:endParaRPr>
          </a:p>
          <a:p>
            <a:pPr indent="-330200" lvl="0" marL="457200" rtl="0" algn="l">
              <a:spcBef>
                <a:spcPts val="500"/>
              </a:spcBef>
              <a:spcAft>
                <a:spcPts val="0"/>
              </a:spcAft>
              <a:buClr>
                <a:srgbClr val="FFFFFF"/>
              </a:buClr>
              <a:buSzPts val="1600"/>
              <a:buFont typeface="Times New Roman"/>
              <a:buAutoNum type="arabicPeriod"/>
            </a:pPr>
            <a:r>
              <a:rPr lang="en-GB" sz="1600">
                <a:solidFill>
                  <a:srgbClr val="FFFFFF"/>
                </a:solidFill>
                <a:latin typeface="Times New Roman"/>
                <a:ea typeface="Times New Roman"/>
                <a:cs typeface="Times New Roman"/>
                <a:sym typeface="Times New Roman"/>
              </a:rPr>
              <a:t>Automatically builds optimized schedules</a:t>
            </a:r>
            <a:endParaRPr sz="1600">
              <a:solidFill>
                <a:srgbClr val="FFFFFF"/>
              </a:solidFill>
              <a:latin typeface="Times New Roman"/>
              <a:ea typeface="Times New Roman"/>
              <a:cs typeface="Times New Roman"/>
              <a:sym typeface="Times New Roman"/>
            </a:endParaRPr>
          </a:p>
          <a:p>
            <a:pPr indent="-330200" lvl="0" marL="457200" rtl="0" algn="l">
              <a:spcBef>
                <a:spcPts val="0"/>
              </a:spcBef>
              <a:spcAft>
                <a:spcPts val="0"/>
              </a:spcAft>
              <a:buClr>
                <a:srgbClr val="FFFFFF"/>
              </a:buClr>
              <a:buSzPts val="1600"/>
              <a:buFont typeface="Times New Roman"/>
              <a:buAutoNum type="arabicPeriod"/>
            </a:pPr>
            <a:r>
              <a:rPr lang="en-GB" sz="1600">
                <a:solidFill>
                  <a:srgbClr val="FFFFFF"/>
                </a:solidFill>
                <a:latin typeface="Times New Roman"/>
                <a:ea typeface="Times New Roman"/>
                <a:cs typeface="Times New Roman"/>
                <a:sym typeface="Times New Roman"/>
              </a:rPr>
              <a:t>Adjusts in real-time based on changes</a:t>
            </a:r>
            <a:endParaRPr sz="1600">
              <a:solidFill>
                <a:srgbClr val="FFFFFF"/>
              </a:solidFill>
              <a:latin typeface="Times New Roman"/>
              <a:ea typeface="Times New Roman"/>
              <a:cs typeface="Times New Roman"/>
              <a:sym typeface="Times New Roman"/>
            </a:endParaRPr>
          </a:p>
          <a:p>
            <a:pPr indent="0" lvl="0" marL="0" rtl="0" algn="l">
              <a:spcBef>
                <a:spcPts val="500"/>
              </a:spcBef>
              <a:spcAft>
                <a:spcPts val="0"/>
              </a:spcAft>
              <a:buNone/>
            </a:pPr>
            <a:r>
              <a:rPr b="1" lang="en-GB" sz="2000">
                <a:solidFill>
                  <a:srgbClr val="FFFFFF"/>
                </a:solidFill>
                <a:latin typeface="Times New Roman"/>
                <a:ea typeface="Times New Roman"/>
                <a:cs typeface="Times New Roman"/>
                <a:sym typeface="Times New Roman"/>
              </a:rPr>
              <a:t>Personalized Experience</a:t>
            </a:r>
            <a:endParaRPr b="1" sz="2000">
              <a:solidFill>
                <a:srgbClr val="FFFFFF"/>
              </a:solidFill>
              <a:latin typeface="Times New Roman"/>
              <a:ea typeface="Times New Roman"/>
              <a:cs typeface="Times New Roman"/>
              <a:sym typeface="Times New Roman"/>
            </a:endParaRPr>
          </a:p>
          <a:p>
            <a:pPr indent="-342900" lvl="0" marL="457200" rtl="0" algn="l">
              <a:spcBef>
                <a:spcPts val="400"/>
              </a:spcBef>
              <a:spcAft>
                <a:spcPts val="0"/>
              </a:spcAft>
              <a:buSzPts val="1800"/>
              <a:buFont typeface="Times New Roman"/>
              <a:buAutoNum type="arabicPeriod"/>
            </a:pPr>
            <a:r>
              <a:rPr lang="en-GB" sz="1800">
                <a:latin typeface="Times New Roman"/>
                <a:ea typeface="Times New Roman"/>
                <a:cs typeface="Times New Roman"/>
                <a:sym typeface="Times New Roman"/>
              </a:rPr>
              <a:t>Adapts to student habits</a:t>
            </a:r>
            <a:endParaRPr sz="1800">
              <a:latin typeface="Times New Roman"/>
              <a:ea typeface="Times New Roman"/>
              <a:cs typeface="Times New Roman"/>
              <a:sym typeface="Times New Roman"/>
            </a:endParaRPr>
          </a:p>
          <a:p>
            <a:pPr indent="-342900" lvl="0" marL="457200" rtl="0" algn="l">
              <a:spcBef>
                <a:spcPts val="0"/>
              </a:spcBef>
              <a:spcAft>
                <a:spcPts val="0"/>
              </a:spcAft>
              <a:buSzPts val="1800"/>
              <a:buFont typeface="Times New Roman"/>
              <a:buAutoNum type="arabicPeriod"/>
            </a:pPr>
            <a:r>
              <a:rPr lang="en-GB" sz="1800">
                <a:latin typeface="Times New Roman"/>
                <a:ea typeface="Times New Roman"/>
                <a:cs typeface="Times New Roman"/>
                <a:sym typeface="Times New Roman"/>
              </a:rPr>
              <a:t>Improves productivity over time</a:t>
            </a:r>
            <a:endParaRPr sz="1800">
              <a:latin typeface="Times New Roman"/>
              <a:ea typeface="Times New Roman"/>
              <a:cs typeface="Times New Roman"/>
              <a:sym typeface="Times New Roman"/>
            </a:endParaRPr>
          </a:p>
          <a:p>
            <a:pPr indent="0" lvl="0" marL="12700" rtl="0" algn="l">
              <a:spcBef>
                <a:spcPts val="400"/>
              </a:spcBef>
              <a:spcAft>
                <a:spcPts val="0"/>
              </a:spcAft>
              <a:buNone/>
            </a:pPr>
            <a:r>
              <a:t/>
            </a:r>
            <a:endParaRPr sz="1800">
              <a:solidFill>
                <a:srgbClr val="C8C8C8"/>
              </a:solidFill>
              <a:latin typeface="Arial"/>
              <a:ea typeface="Arial"/>
              <a:cs typeface="Arial"/>
              <a:sym typeface="Arial"/>
            </a:endParaRPr>
          </a:p>
          <a:p>
            <a:pPr indent="0" lvl="0" marL="12700" rtl="0" algn="l">
              <a:spcBef>
                <a:spcPts val="400"/>
              </a:spcBef>
              <a:spcAft>
                <a:spcPts val="0"/>
              </a:spcAft>
              <a:buNone/>
            </a:pPr>
            <a:r>
              <a:t/>
            </a:r>
            <a:endParaRPr sz="1800">
              <a:solidFill>
                <a:srgbClr val="C8C8C8"/>
              </a:solidFill>
              <a:latin typeface="Arial"/>
              <a:ea typeface="Arial"/>
              <a:cs typeface="Arial"/>
              <a:sym typeface="Arial"/>
            </a:endParaRPr>
          </a:p>
          <a:p>
            <a:pPr indent="0" lvl="0" marL="12700" rtl="0" algn="l">
              <a:spcBef>
                <a:spcPts val="400"/>
              </a:spcBef>
              <a:spcAft>
                <a:spcPts val="0"/>
              </a:spcAft>
              <a:buNone/>
            </a:pPr>
            <a:r>
              <a:t/>
            </a:r>
            <a:endParaRPr sz="1800">
              <a:solidFill>
                <a:srgbClr val="C8C8C8"/>
              </a:solidFill>
              <a:latin typeface="Arial"/>
              <a:ea typeface="Arial"/>
              <a:cs typeface="Arial"/>
              <a:sym typeface="Arial"/>
            </a:endParaRPr>
          </a:p>
          <a:p>
            <a:pPr indent="0" lvl="0" marL="0" rtl="0" algn="l">
              <a:spcBef>
                <a:spcPts val="0"/>
              </a:spcBef>
              <a:spcAft>
                <a:spcPts val="1600"/>
              </a:spcAft>
              <a:buNone/>
            </a:pPr>
            <a:r>
              <a:t/>
            </a:r>
            <a:endParaRPr/>
          </a:p>
        </p:txBody>
      </p:sp>
      <p:pic>
        <p:nvPicPr>
          <p:cNvPr id="273" name="Google Shape;273;p22"/>
          <p:cNvPicPr preferRelativeResize="0"/>
          <p:nvPr/>
        </p:nvPicPr>
        <p:blipFill>
          <a:blip r:embed="rId3">
            <a:alphaModFix/>
          </a:blip>
          <a:stretch>
            <a:fillRect/>
          </a:stretch>
        </p:blipFill>
        <p:spPr>
          <a:xfrm>
            <a:off x="5466850" y="2692075"/>
            <a:ext cx="3677151" cy="245142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23"/>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GB">
                <a:latin typeface="Times New Roman"/>
                <a:ea typeface="Times New Roman"/>
                <a:cs typeface="Times New Roman"/>
                <a:sym typeface="Times New Roman"/>
              </a:rPr>
              <a:t>Key Features</a:t>
            </a:r>
            <a:endParaRPr>
              <a:latin typeface="Times New Roman"/>
              <a:ea typeface="Times New Roman"/>
              <a:cs typeface="Times New Roman"/>
              <a:sym typeface="Times New Roman"/>
            </a:endParaRPr>
          </a:p>
        </p:txBody>
      </p:sp>
      <p:sp>
        <p:nvSpPr>
          <p:cNvPr id="279" name="Google Shape;279;p23"/>
          <p:cNvSpPr txBox="1"/>
          <p:nvPr>
            <p:ph idx="1" type="body"/>
          </p:nvPr>
        </p:nvSpPr>
        <p:spPr>
          <a:xfrm>
            <a:off x="3534275" y="1567550"/>
            <a:ext cx="4727100" cy="2132100"/>
          </a:xfrm>
          <a:prstGeom prst="rect">
            <a:avLst/>
          </a:prstGeom>
          <a:ln>
            <a:noFill/>
          </a:ln>
        </p:spPr>
        <p:txBody>
          <a:bodyPr anchorCtr="0" anchor="t" bIns="91425" lIns="91425" spcFirstLastPara="1" rIns="91425" wrap="square" tIns="91425">
            <a:noAutofit/>
          </a:bodyPr>
          <a:lstStyle/>
          <a:p>
            <a:pPr indent="0" lvl="0" marL="0" rtl="0" algn="l">
              <a:spcBef>
                <a:spcPts val="500"/>
              </a:spcBef>
              <a:spcAft>
                <a:spcPts val="0"/>
              </a:spcAft>
              <a:buNone/>
            </a:pPr>
            <a:r>
              <a:rPr b="1" lang="en-GB" sz="1500">
                <a:solidFill>
                  <a:srgbClr val="FFFFFF"/>
                </a:solidFill>
                <a:latin typeface="Times New Roman"/>
                <a:ea typeface="Times New Roman"/>
                <a:cs typeface="Times New Roman"/>
                <a:sym typeface="Times New Roman"/>
              </a:rPr>
              <a:t>Smart Scheduling</a:t>
            </a:r>
            <a:endParaRPr b="1" sz="1500">
              <a:solidFill>
                <a:srgbClr val="FFFFFF"/>
              </a:solidFill>
              <a:latin typeface="Times New Roman"/>
              <a:ea typeface="Times New Roman"/>
              <a:cs typeface="Times New Roman"/>
              <a:sym typeface="Times New Roman"/>
            </a:endParaRPr>
          </a:p>
          <a:p>
            <a:pPr indent="-311150" lvl="0" marL="457200" rtl="0" algn="l">
              <a:spcBef>
                <a:spcPts val="500"/>
              </a:spcBef>
              <a:spcAft>
                <a:spcPts val="0"/>
              </a:spcAft>
              <a:buClr>
                <a:srgbClr val="FFFFFF"/>
              </a:buClr>
              <a:buSzPts val="1300"/>
              <a:buFont typeface="Times New Roman"/>
              <a:buChar char="●"/>
            </a:pPr>
            <a:r>
              <a:rPr lang="en-GB">
                <a:solidFill>
                  <a:srgbClr val="FFFFFF"/>
                </a:solidFill>
                <a:latin typeface="Times New Roman"/>
                <a:ea typeface="Times New Roman"/>
                <a:cs typeface="Times New Roman"/>
                <a:sym typeface="Times New Roman"/>
              </a:rPr>
              <a:t>Creates daily and weekly plans</a:t>
            </a:r>
            <a:endParaRPr>
              <a:solidFill>
                <a:srgbClr val="FFFFFF"/>
              </a:solidFill>
              <a:latin typeface="Times New Roman"/>
              <a:ea typeface="Times New Roman"/>
              <a:cs typeface="Times New Roman"/>
              <a:sym typeface="Times New Roman"/>
            </a:endParaRPr>
          </a:p>
          <a:p>
            <a:pPr indent="-311150" lvl="0" marL="457200" rtl="0" algn="l">
              <a:spcBef>
                <a:spcPts val="0"/>
              </a:spcBef>
              <a:spcAft>
                <a:spcPts val="0"/>
              </a:spcAft>
              <a:buClr>
                <a:srgbClr val="FFFFFF"/>
              </a:buClr>
              <a:buSzPts val="1300"/>
              <a:buFont typeface="Times New Roman"/>
              <a:buChar char="●"/>
            </a:pPr>
            <a:r>
              <a:rPr lang="en-GB">
                <a:solidFill>
                  <a:srgbClr val="FFFFFF"/>
                </a:solidFill>
                <a:latin typeface="Times New Roman"/>
                <a:ea typeface="Times New Roman"/>
                <a:cs typeface="Times New Roman"/>
                <a:sym typeface="Times New Roman"/>
              </a:rPr>
              <a:t>Balances workload efficiently</a:t>
            </a:r>
            <a:endParaRPr>
              <a:solidFill>
                <a:srgbClr val="FFFFFF"/>
              </a:solidFill>
              <a:latin typeface="Times New Roman"/>
              <a:ea typeface="Times New Roman"/>
              <a:cs typeface="Times New Roman"/>
              <a:sym typeface="Times New Roman"/>
            </a:endParaRPr>
          </a:p>
          <a:p>
            <a:pPr indent="0" lvl="0" marL="0" rtl="0" algn="l">
              <a:spcBef>
                <a:spcPts val="500"/>
              </a:spcBef>
              <a:spcAft>
                <a:spcPts val="0"/>
              </a:spcAft>
              <a:buNone/>
            </a:pPr>
            <a:r>
              <a:rPr b="1" lang="en-GB" sz="1500">
                <a:solidFill>
                  <a:srgbClr val="FFFFFF"/>
                </a:solidFill>
                <a:latin typeface="Times New Roman"/>
                <a:ea typeface="Times New Roman"/>
                <a:cs typeface="Times New Roman"/>
                <a:sym typeface="Times New Roman"/>
              </a:rPr>
              <a:t>AI Assistant</a:t>
            </a:r>
            <a:endParaRPr b="1" sz="1500">
              <a:solidFill>
                <a:srgbClr val="FFFFFF"/>
              </a:solidFill>
              <a:latin typeface="Times New Roman"/>
              <a:ea typeface="Times New Roman"/>
              <a:cs typeface="Times New Roman"/>
              <a:sym typeface="Times New Roman"/>
            </a:endParaRPr>
          </a:p>
          <a:p>
            <a:pPr indent="-323850" lvl="0" marL="457200" rtl="0" algn="l">
              <a:spcBef>
                <a:spcPts val="400"/>
              </a:spcBef>
              <a:spcAft>
                <a:spcPts val="0"/>
              </a:spcAft>
              <a:buClr>
                <a:srgbClr val="C8C8C8"/>
              </a:buClr>
              <a:buSzPts val="1500"/>
              <a:buFont typeface="Times New Roman"/>
              <a:buChar char="●"/>
            </a:pPr>
            <a:r>
              <a:rPr lang="en-GB" sz="1500">
                <a:solidFill>
                  <a:srgbClr val="C8C8C8"/>
                </a:solidFill>
                <a:latin typeface="Times New Roman"/>
                <a:ea typeface="Times New Roman"/>
                <a:cs typeface="Times New Roman"/>
                <a:sym typeface="Times New Roman"/>
              </a:rPr>
              <a:t>Provides real-time suggestions</a:t>
            </a:r>
            <a:endParaRPr sz="1500">
              <a:solidFill>
                <a:srgbClr val="C8C8C8"/>
              </a:solidFill>
              <a:latin typeface="Times New Roman"/>
              <a:ea typeface="Times New Roman"/>
              <a:cs typeface="Times New Roman"/>
              <a:sym typeface="Times New Roman"/>
            </a:endParaRPr>
          </a:p>
          <a:p>
            <a:pPr indent="-323850" lvl="0" marL="457200" rtl="0" algn="l">
              <a:spcBef>
                <a:spcPts val="0"/>
              </a:spcBef>
              <a:spcAft>
                <a:spcPts val="0"/>
              </a:spcAft>
              <a:buClr>
                <a:srgbClr val="C8C8C8"/>
              </a:buClr>
              <a:buSzPts val="1500"/>
              <a:buFont typeface="Times New Roman"/>
              <a:buChar char="●"/>
            </a:pPr>
            <a:r>
              <a:rPr lang="en-GB" sz="1500">
                <a:solidFill>
                  <a:srgbClr val="C8C8C8"/>
                </a:solidFill>
                <a:latin typeface="Times New Roman"/>
                <a:ea typeface="Times New Roman"/>
                <a:cs typeface="Times New Roman"/>
                <a:sym typeface="Times New Roman"/>
              </a:rPr>
              <a:t>Responds to student </a:t>
            </a:r>
            <a:endParaRPr sz="1500">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24"/>
          <p:cNvSpPr txBox="1"/>
          <p:nvPr>
            <p:ph type="title"/>
          </p:nvPr>
        </p:nvSpPr>
        <p:spPr>
          <a:xfrm>
            <a:off x="1297500" y="393750"/>
            <a:ext cx="4191900" cy="613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latin typeface="Times New Roman"/>
                <a:ea typeface="Times New Roman"/>
                <a:cs typeface="Times New Roman"/>
                <a:sym typeface="Times New Roman"/>
              </a:rPr>
              <a:t>How It Works</a:t>
            </a:r>
            <a:endParaRPr>
              <a:latin typeface="Times New Roman"/>
              <a:ea typeface="Times New Roman"/>
              <a:cs typeface="Times New Roman"/>
              <a:sym typeface="Times New Roman"/>
            </a:endParaRPr>
          </a:p>
        </p:txBody>
      </p:sp>
      <p:sp>
        <p:nvSpPr>
          <p:cNvPr id="285" name="Google Shape;285;p24"/>
          <p:cNvSpPr txBox="1"/>
          <p:nvPr>
            <p:ph idx="1" type="body"/>
          </p:nvPr>
        </p:nvSpPr>
        <p:spPr>
          <a:xfrm>
            <a:off x="797100" y="1428750"/>
            <a:ext cx="4299300" cy="2959800"/>
          </a:xfrm>
          <a:prstGeom prst="rect">
            <a:avLst/>
          </a:prstGeom>
        </p:spPr>
        <p:txBody>
          <a:bodyPr anchorCtr="0" anchor="t" bIns="91425" lIns="91425" spcFirstLastPara="1" rIns="91425" wrap="square" tIns="91425">
            <a:noAutofit/>
          </a:bodyPr>
          <a:lstStyle/>
          <a:p>
            <a:pPr indent="0" lvl="0" marL="0" rtl="0" algn="l">
              <a:spcBef>
                <a:spcPts val="500"/>
              </a:spcBef>
              <a:spcAft>
                <a:spcPts val="0"/>
              </a:spcAft>
              <a:buNone/>
            </a:pPr>
            <a:r>
              <a:rPr lang="en-GB" sz="2200">
                <a:solidFill>
                  <a:srgbClr val="000000"/>
                </a:solidFill>
                <a:latin typeface="Times New Roman"/>
                <a:ea typeface="Times New Roman"/>
                <a:cs typeface="Times New Roman"/>
                <a:sym typeface="Times New Roman"/>
              </a:rPr>
              <a:t>•</a:t>
            </a:r>
            <a:r>
              <a:rPr b="1" lang="en-GB" sz="2200">
                <a:solidFill>
                  <a:srgbClr val="FFFFFF"/>
                </a:solidFill>
                <a:latin typeface="Times New Roman"/>
                <a:ea typeface="Times New Roman"/>
                <a:cs typeface="Times New Roman"/>
                <a:sym typeface="Times New Roman"/>
              </a:rPr>
              <a:t>Machine Learning</a:t>
            </a:r>
            <a:endParaRPr b="1" sz="2200">
              <a:solidFill>
                <a:srgbClr val="FFFFFF"/>
              </a:solidFill>
              <a:latin typeface="Times New Roman"/>
              <a:ea typeface="Times New Roman"/>
              <a:cs typeface="Times New Roman"/>
              <a:sym typeface="Times New Roman"/>
            </a:endParaRPr>
          </a:p>
          <a:p>
            <a:pPr indent="-336550" lvl="0" marL="457200" rtl="0" algn="l">
              <a:spcBef>
                <a:spcPts val="500"/>
              </a:spcBef>
              <a:spcAft>
                <a:spcPts val="0"/>
              </a:spcAft>
              <a:buClr>
                <a:srgbClr val="FFFFFF"/>
              </a:buClr>
              <a:buSzPts val="1700"/>
              <a:buFont typeface="Times New Roman"/>
              <a:buChar char="●"/>
            </a:pPr>
            <a:r>
              <a:rPr lang="en-GB" sz="1700">
                <a:solidFill>
                  <a:srgbClr val="FFFFFF"/>
                </a:solidFill>
                <a:latin typeface="Times New Roman"/>
                <a:ea typeface="Times New Roman"/>
                <a:cs typeface="Times New Roman"/>
                <a:sym typeface="Times New Roman"/>
              </a:rPr>
              <a:t>Learns user behavior patterns</a:t>
            </a:r>
            <a:endParaRPr sz="1700">
              <a:solidFill>
                <a:srgbClr val="FFFFFF"/>
              </a:solidFill>
              <a:latin typeface="Times New Roman"/>
              <a:ea typeface="Times New Roman"/>
              <a:cs typeface="Times New Roman"/>
              <a:sym typeface="Times New Roman"/>
            </a:endParaRPr>
          </a:p>
          <a:p>
            <a:pPr indent="-336550" lvl="0" marL="457200" rtl="0" algn="l">
              <a:spcBef>
                <a:spcPts val="0"/>
              </a:spcBef>
              <a:spcAft>
                <a:spcPts val="0"/>
              </a:spcAft>
              <a:buClr>
                <a:srgbClr val="FFFFFF"/>
              </a:buClr>
              <a:buSzPts val="1700"/>
              <a:buFont typeface="Times New Roman"/>
              <a:buChar char="●"/>
            </a:pPr>
            <a:r>
              <a:rPr lang="en-GB" sz="1700">
                <a:solidFill>
                  <a:srgbClr val="FFFFFF"/>
                </a:solidFill>
                <a:latin typeface="Times New Roman"/>
                <a:ea typeface="Times New Roman"/>
                <a:cs typeface="Times New Roman"/>
                <a:sym typeface="Times New Roman"/>
              </a:rPr>
              <a:t>Continuously improves recommendations</a:t>
            </a:r>
            <a:endParaRPr sz="1700">
              <a:solidFill>
                <a:srgbClr val="FFFFFF"/>
              </a:solidFill>
              <a:latin typeface="Times New Roman"/>
              <a:ea typeface="Times New Roman"/>
              <a:cs typeface="Times New Roman"/>
              <a:sym typeface="Times New Roman"/>
            </a:endParaRPr>
          </a:p>
          <a:p>
            <a:pPr indent="0" lvl="0" marL="0" rtl="0" algn="l">
              <a:spcBef>
                <a:spcPts val="500"/>
              </a:spcBef>
              <a:spcAft>
                <a:spcPts val="0"/>
              </a:spcAft>
              <a:buNone/>
            </a:pPr>
            <a:r>
              <a:rPr b="1" lang="en-GB" sz="2200">
                <a:solidFill>
                  <a:srgbClr val="FFFFFF"/>
                </a:solidFill>
                <a:latin typeface="Times New Roman"/>
                <a:ea typeface="Times New Roman"/>
                <a:cs typeface="Times New Roman"/>
                <a:sym typeface="Times New Roman"/>
              </a:rPr>
              <a:t>Predictive Analytics</a:t>
            </a:r>
            <a:endParaRPr b="1" sz="2200">
              <a:solidFill>
                <a:srgbClr val="FFFFFF"/>
              </a:solidFill>
              <a:latin typeface="Times New Roman"/>
              <a:ea typeface="Times New Roman"/>
              <a:cs typeface="Times New Roman"/>
              <a:sym typeface="Times New Roman"/>
            </a:endParaRPr>
          </a:p>
          <a:p>
            <a:pPr indent="-355600" lvl="0" marL="457200" rtl="0" algn="l">
              <a:spcBef>
                <a:spcPts val="400"/>
              </a:spcBef>
              <a:spcAft>
                <a:spcPts val="0"/>
              </a:spcAft>
              <a:buClr>
                <a:srgbClr val="C8C8C8"/>
              </a:buClr>
              <a:buSzPts val="2000"/>
              <a:buFont typeface="Times New Roman"/>
              <a:buChar char="●"/>
            </a:pPr>
            <a:r>
              <a:rPr lang="en-GB" sz="2000">
                <a:solidFill>
                  <a:srgbClr val="C8C8C8"/>
                </a:solidFill>
                <a:latin typeface="Times New Roman"/>
                <a:ea typeface="Times New Roman"/>
                <a:cs typeface="Times New Roman"/>
                <a:sym typeface="Times New Roman"/>
              </a:rPr>
              <a:t>Estimates time for assignments</a:t>
            </a:r>
            <a:endParaRPr sz="2000">
              <a:solidFill>
                <a:srgbClr val="C8C8C8"/>
              </a:solidFill>
              <a:latin typeface="Times New Roman"/>
              <a:ea typeface="Times New Roman"/>
              <a:cs typeface="Times New Roman"/>
              <a:sym typeface="Times New Roman"/>
            </a:endParaRPr>
          </a:p>
          <a:p>
            <a:pPr indent="-355600" lvl="0" marL="457200" rtl="0" algn="l">
              <a:spcBef>
                <a:spcPts val="0"/>
              </a:spcBef>
              <a:spcAft>
                <a:spcPts val="0"/>
              </a:spcAft>
              <a:buClr>
                <a:srgbClr val="C8C8C8"/>
              </a:buClr>
              <a:buSzPts val="2000"/>
              <a:buFont typeface="Times New Roman"/>
              <a:buChar char="●"/>
            </a:pPr>
            <a:r>
              <a:rPr lang="en-GB" sz="2000">
                <a:solidFill>
                  <a:srgbClr val="C8C8C8"/>
                </a:solidFill>
                <a:latin typeface="Times New Roman"/>
                <a:ea typeface="Times New Roman"/>
                <a:cs typeface="Times New Roman"/>
                <a:sym typeface="Times New Roman"/>
              </a:rPr>
              <a:t>Prevents last-minute stress</a:t>
            </a:r>
            <a:endParaRPr sz="2000">
              <a:solidFill>
                <a:srgbClr val="C8C8C8"/>
              </a:solidFill>
              <a:latin typeface="Times New Roman"/>
              <a:ea typeface="Times New Roman"/>
              <a:cs typeface="Times New Roman"/>
              <a:sym typeface="Times New Roman"/>
            </a:endParaRPr>
          </a:p>
          <a:p>
            <a:pPr indent="0" lvl="0" marL="0" rtl="0" algn="l">
              <a:spcBef>
                <a:spcPts val="0"/>
              </a:spcBef>
              <a:spcAft>
                <a:spcPts val="1600"/>
              </a:spcAft>
              <a:buNone/>
            </a:pPr>
            <a:r>
              <a:t/>
            </a:r>
            <a:endParaRPr sz="1500">
              <a:solidFill>
                <a:srgbClr val="FFFFFF"/>
              </a:solidFill>
              <a:latin typeface="Times New Roman"/>
              <a:ea typeface="Times New Roman"/>
              <a:cs typeface="Times New Roman"/>
              <a:sym typeface="Times New Roman"/>
            </a:endParaRPr>
          </a:p>
        </p:txBody>
      </p:sp>
      <p:pic>
        <p:nvPicPr>
          <p:cNvPr descr="offset_comp_267026.jpg" id="286" name="Google Shape;286;p24"/>
          <p:cNvPicPr preferRelativeResize="0"/>
          <p:nvPr/>
        </p:nvPicPr>
        <p:blipFill rotWithShape="1">
          <a:blip r:embed="rId3">
            <a:alphaModFix/>
          </a:blip>
          <a:srcRect b="-6208" l="39741" r="17180" t="41471"/>
          <a:stretch/>
        </p:blipFill>
        <p:spPr>
          <a:xfrm rot="-5400000">
            <a:off x="5710147" y="2704980"/>
            <a:ext cx="2431500" cy="2436000"/>
          </a:xfrm>
          <a:prstGeom prst="diagStripe">
            <a:avLst>
              <a:gd fmla="val 50445" name="adj"/>
            </a:avLst>
          </a:prstGeom>
          <a:noFill/>
          <a:ln>
            <a:noFill/>
          </a:ln>
        </p:spPr>
      </p:pic>
      <p:pic>
        <p:nvPicPr>
          <p:cNvPr descr="offset_comp_457517_edited2.jpg" id="287" name="Google Shape;287;p24"/>
          <p:cNvPicPr preferRelativeResize="0"/>
          <p:nvPr/>
        </p:nvPicPr>
        <p:blipFill rotWithShape="1">
          <a:blip r:embed="rId4">
            <a:alphaModFix/>
          </a:blip>
          <a:srcRect b="-10134" l="28500" r="21978" t="35784"/>
          <a:stretch/>
        </p:blipFill>
        <p:spPr>
          <a:xfrm rot="-5400000">
            <a:off x="5718946" y="1338207"/>
            <a:ext cx="2504700" cy="2509500"/>
          </a:xfrm>
          <a:prstGeom prst="diagStripe">
            <a:avLst>
              <a:gd fmla="val 50445" name="adj"/>
            </a:avLst>
          </a:prstGeom>
          <a:noFill/>
          <a:ln>
            <a:noFill/>
          </a:ln>
        </p:spPr>
      </p:pic>
      <p:pic>
        <p:nvPicPr>
          <p:cNvPr descr="offset_comp_442889_edtied2.jpg" id="288" name="Google Shape;288;p24"/>
          <p:cNvPicPr preferRelativeResize="0"/>
          <p:nvPr/>
        </p:nvPicPr>
        <p:blipFill rotWithShape="1">
          <a:blip r:embed="rId5">
            <a:alphaModFix/>
          </a:blip>
          <a:srcRect b="15477" l="23926" r="30743" t="16464"/>
          <a:stretch/>
        </p:blipFill>
        <p:spPr>
          <a:xfrm rot="5400000">
            <a:off x="6637386" y="2137210"/>
            <a:ext cx="2504700" cy="2509500"/>
          </a:xfrm>
          <a:prstGeom prst="diagStripe">
            <a:avLst>
              <a:gd fmla="val 50445" name="adj"/>
            </a:avLst>
          </a:prstGeom>
          <a:noFill/>
          <a:ln>
            <a:noFill/>
          </a:ln>
        </p:spPr>
      </p:pic>
      <p:sp>
        <p:nvSpPr>
          <p:cNvPr id="289" name="Google Shape;289;p24"/>
          <p:cNvSpPr/>
          <p:nvPr/>
        </p:nvSpPr>
        <p:spPr>
          <a:xfrm>
            <a:off x="7040600" y="3923575"/>
            <a:ext cx="2106350" cy="1222450"/>
          </a:xfrm>
          <a:custGeom>
            <a:rect b="b" l="l" r="r" t="t"/>
            <a:pathLst>
              <a:path extrusionOk="0" h="48898" w="84254">
                <a:moveTo>
                  <a:pt x="0" y="0"/>
                </a:moveTo>
                <a:lnTo>
                  <a:pt x="50319" y="0"/>
                </a:lnTo>
                <a:lnTo>
                  <a:pt x="84254" y="33935"/>
                </a:lnTo>
                <a:lnTo>
                  <a:pt x="84254" y="48898"/>
                </a:lnTo>
                <a:lnTo>
                  <a:pt x="48798" y="48898"/>
                </a:lnTo>
                <a:close/>
              </a:path>
            </a:pathLst>
          </a:custGeom>
          <a:solidFill>
            <a:schemeClr val="accent3"/>
          </a:solidFill>
          <a:ln>
            <a:noFill/>
          </a:ln>
        </p:spPr>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25"/>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GB">
                <a:latin typeface="Times New Roman"/>
                <a:ea typeface="Times New Roman"/>
                <a:cs typeface="Times New Roman"/>
                <a:sym typeface="Times New Roman"/>
              </a:rPr>
              <a:t>Market Opportunity</a:t>
            </a:r>
            <a:endParaRPr>
              <a:latin typeface="Times New Roman"/>
              <a:ea typeface="Times New Roman"/>
              <a:cs typeface="Times New Roman"/>
              <a:sym typeface="Times New Roman"/>
            </a:endParaRPr>
          </a:p>
        </p:txBody>
      </p:sp>
      <p:sp>
        <p:nvSpPr>
          <p:cNvPr id="295" name="Google Shape;295;p25"/>
          <p:cNvSpPr txBox="1"/>
          <p:nvPr/>
        </p:nvSpPr>
        <p:spPr>
          <a:xfrm>
            <a:off x="1297500" y="1383625"/>
            <a:ext cx="6271500" cy="2722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500"/>
              </a:spcBef>
              <a:spcAft>
                <a:spcPts val="0"/>
              </a:spcAft>
              <a:buNone/>
            </a:pPr>
            <a:r>
              <a:rPr b="1" lang="en-GB" sz="2000">
                <a:solidFill>
                  <a:srgbClr val="FFFFFF"/>
                </a:solidFill>
                <a:latin typeface="Times New Roman"/>
                <a:ea typeface="Times New Roman"/>
                <a:cs typeface="Times New Roman"/>
                <a:sym typeface="Times New Roman"/>
              </a:rPr>
              <a:t>Target Audience</a:t>
            </a:r>
            <a:endParaRPr b="1" sz="2000">
              <a:solidFill>
                <a:srgbClr val="FFFFFF"/>
              </a:solidFill>
              <a:latin typeface="Times New Roman"/>
              <a:ea typeface="Times New Roman"/>
              <a:cs typeface="Times New Roman"/>
              <a:sym typeface="Times New Roman"/>
            </a:endParaRPr>
          </a:p>
          <a:p>
            <a:pPr indent="-355600" lvl="0" marL="457200" rtl="0" algn="l">
              <a:lnSpc>
                <a:spcPct val="115000"/>
              </a:lnSpc>
              <a:spcBef>
                <a:spcPts val="500"/>
              </a:spcBef>
              <a:spcAft>
                <a:spcPts val="0"/>
              </a:spcAft>
              <a:buClr>
                <a:srgbClr val="FFFFFF"/>
              </a:buClr>
              <a:buSzPts val="2000"/>
              <a:buFont typeface="Times New Roman"/>
              <a:buAutoNum type="arabicPeriod"/>
            </a:pPr>
            <a:r>
              <a:rPr b="1" lang="en-GB" sz="2000">
                <a:solidFill>
                  <a:srgbClr val="FFFFFF"/>
                </a:solidFill>
                <a:latin typeface="Times New Roman"/>
                <a:ea typeface="Times New Roman"/>
                <a:cs typeface="Times New Roman"/>
                <a:sym typeface="Times New Roman"/>
              </a:rPr>
              <a:t>College students nationwide</a:t>
            </a:r>
            <a:endParaRPr b="1" sz="2000">
              <a:solidFill>
                <a:srgbClr val="FFFFFF"/>
              </a:solidFill>
              <a:latin typeface="Times New Roman"/>
              <a:ea typeface="Times New Roman"/>
              <a:cs typeface="Times New Roman"/>
              <a:sym typeface="Times New Roman"/>
            </a:endParaRPr>
          </a:p>
          <a:p>
            <a:pPr indent="-355600" lvl="0" marL="457200" rtl="0" algn="l">
              <a:lnSpc>
                <a:spcPct val="115000"/>
              </a:lnSpc>
              <a:spcBef>
                <a:spcPts val="0"/>
              </a:spcBef>
              <a:spcAft>
                <a:spcPts val="0"/>
              </a:spcAft>
              <a:buClr>
                <a:srgbClr val="FFFFFF"/>
              </a:buClr>
              <a:buSzPts val="2000"/>
              <a:buFont typeface="Times New Roman"/>
              <a:buAutoNum type="arabicPeriod"/>
            </a:pPr>
            <a:r>
              <a:rPr b="1" lang="en-GB" sz="2000">
                <a:solidFill>
                  <a:srgbClr val="FFFFFF"/>
                </a:solidFill>
                <a:latin typeface="Times New Roman"/>
                <a:ea typeface="Times New Roman"/>
                <a:cs typeface="Times New Roman"/>
                <a:sym typeface="Times New Roman"/>
              </a:rPr>
              <a:t>Expansion to high school and professionals</a:t>
            </a:r>
            <a:endParaRPr b="1" sz="2000">
              <a:solidFill>
                <a:srgbClr val="FFFFFF"/>
              </a:solidFill>
              <a:latin typeface="Times New Roman"/>
              <a:ea typeface="Times New Roman"/>
              <a:cs typeface="Times New Roman"/>
              <a:sym typeface="Times New Roman"/>
            </a:endParaRPr>
          </a:p>
          <a:p>
            <a:pPr indent="0" lvl="0" marL="0" rtl="0" algn="l">
              <a:lnSpc>
                <a:spcPct val="115000"/>
              </a:lnSpc>
              <a:spcBef>
                <a:spcPts val="500"/>
              </a:spcBef>
              <a:spcAft>
                <a:spcPts val="0"/>
              </a:spcAft>
              <a:buNone/>
            </a:pPr>
            <a:r>
              <a:t/>
            </a:r>
            <a:endParaRPr sz="2000">
              <a:latin typeface="Times New Roman"/>
              <a:ea typeface="Times New Roman"/>
              <a:cs typeface="Times New Roman"/>
              <a:sym typeface="Times New Roman"/>
            </a:endParaRPr>
          </a:p>
          <a:p>
            <a:pPr indent="0" lvl="0" marL="0" rtl="0" algn="l">
              <a:lnSpc>
                <a:spcPct val="115000"/>
              </a:lnSpc>
              <a:spcBef>
                <a:spcPts val="500"/>
              </a:spcBef>
              <a:spcAft>
                <a:spcPts val="0"/>
              </a:spcAft>
              <a:buNone/>
            </a:pPr>
            <a:r>
              <a:rPr b="1" lang="en-GB" sz="2000">
                <a:solidFill>
                  <a:srgbClr val="FFFFFF"/>
                </a:solidFill>
                <a:latin typeface="Times New Roman"/>
                <a:ea typeface="Times New Roman"/>
                <a:cs typeface="Times New Roman"/>
                <a:sym typeface="Times New Roman"/>
              </a:rPr>
              <a:t>Scalability</a:t>
            </a:r>
            <a:endParaRPr b="1" sz="2000">
              <a:solidFill>
                <a:srgbClr val="FFFFFF"/>
              </a:solidFill>
              <a:latin typeface="Times New Roman"/>
              <a:ea typeface="Times New Roman"/>
              <a:cs typeface="Times New Roman"/>
              <a:sym typeface="Times New Roman"/>
            </a:endParaRPr>
          </a:p>
          <a:p>
            <a:pPr indent="-342900" lvl="0" marL="457200" rtl="0" algn="l">
              <a:lnSpc>
                <a:spcPct val="115000"/>
              </a:lnSpc>
              <a:spcBef>
                <a:spcPts val="400"/>
              </a:spcBef>
              <a:spcAft>
                <a:spcPts val="0"/>
              </a:spcAft>
              <a:buClr>
                <a:schemeClr val="lt1"/>
              </a:buClr>
              <a:buSzPts val="1800"/>
              <a:buFont typeface="Times New Roman"/>
              <a:buAutoNum type="arabicPeriod"/>
            </a:pPr>
            <a:r>
              <a:rPr lang="en-GB" sz="1800">
                <a:solidFill>
                  <a:schemeClr val="lt1"/>
                </a:solidFill>
                <a:latin typeface="Times New Roman"/>
                <a:ea typeface="Times New Roman"/>
                <a:cs typeface="Times New Roman"/>
                <a:sym typeface="Times New Roman"/>
              </a:rPr>
              <a:t>Millions of potential users</a:t>
            </a:r>
            <a:endParaRPr sz="1800">
              <a:solidFill>
                <a:schemeClr val="lt1"/>
              </a:solidFill>
              <a:latin typeface="Times New Roman"/>
              <a:ea typeface="Times New Roman"/>
              <a:cs typeface="Times New Roman"/>
              <a:sym typeface="Times New Roman"/>
            </a:endParaRPr>
          </a:p>
          <a:p>
            <a:pPr indent="-342900" lvl="0" marL="457200" rtl="0" algn="l">
              <a:lnSpc>
                <a:spcPct val="115000"/>
              </a:lnSpc>
              <a:spcBef>
                <a:spcPts val="0"/>
              </a:spcBef>
              <a:spcAft>
                <a:spcPts val="0"/>
              </a:spcAft>
              <a:buClr>
                <a:schemeClr val="lt1"/>
              </a:buClr>
              <a:buSzPts val="1800"/>
              <a:buFont typeface="Times New Roman"/>
              <a:buAutoNum type="arabicPeriod"/>
            </a:pPr>
            <a:r>
              <a:rPr lang="en-GB" sz="1800">
                <a:solidFill>
                  <a:schemeClr val="lt1"/>
                </a:solidFill>
                <a:latin typeface="Times New Roman"/>
                <a:ea typeface="Times New Roman"/>
                <a:cs typeface="Times New Roman"/>
                <a:sym typeface="Times New Roman"/>
              </a:rPr>
              <a:t>Easy integration with universities</a:t>
            </a:r>
            <a:endParaRPr sz="1800">
              <a:solidFill>
                <a:schemeClr val="lt1"/>
              </a:solidFill>
              <a:latin typeface="Times New Roman"/>
              <a:ea typeface="Times New Roman"/>
              <a:cs typeface="Times New Roman"/>
              <a:sym typeface="Times New Roman"/>
            </a:endParaRPr>
          </a:p>
          <a:p>
            <a:pPr indent="0" lvl="0" marL="0" rtl="0" algn="l">
              <a:spcBef>
                <a:spcPts val="0"/>
              </a:spcBef>
              <a:spcAft>
                <a:spcPts val="0"/>
              </a:spcAft>
              <a:buNone/>
            </a:pPr>
            <a:r>
              <a:t/>
            </a:r>
            <a:endParaRPr sz="1300">
              <a:solidFill>
                <a:schemeClr val="lt1"/>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26"/>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GB">
                <a:latin typeface="Times New Roman"/>
                <a:ea typeface="Times New Roman"/>
                <a:cs typeface="Times New Roman"/>
                <a:sym typeface="Times New Roman"/>
              </a:rPr>
              <a:t>Cycle Diagram</a:t>
            </a:r>
            <a:endParaRPr>
              <a:latin typeface="Times New Roman"/>
              <a:ea typeface="Times New Roman"/>
              <a:cs typeface="Times New Roman"/>
              <a:sym typeface="Times New Roman"/>
            </a:endParaRPr>
          </a:p>
        </p:txBody>
      </p:sp>
      <p:sp>
        <p:nvSpPr>
          <p:cNvPr id="301" name="Google Shape;301;p26"/>
          <p:cNvSpPr txBox="1"/>
          <p:nvPr/>
        </p:nvSpPr>
        <p:spPr>
          <a:xfrm>
            <a:off x="812750" y="1907325"/>
            <a:ext cx="1854000" cy="444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GB" sz="1600">
                <a:solidFill>
                  <a:srgbClr val="FFFFFF"/>
                </a:solidFill>
                <a:latin typeface="Montserrat"/>
                <a:ea typeface="Montserrat"/>
                <a:cs typeface="Montserrat"/>
                <a:sym typeface="Montserrat"/>
              </a:rPr>
              <a:t>Prototype</a:t>
            </a:r>
            <a:endParaRPr/>
          </a:p>
        </p:txBody>
      </p:sp>
      <p:sp>
        <p:nvSpPr>
          <p:cNvPr id="302" name="Google Shape;302;p26"/>
          <p:cNvSpPr txBox="1"/>
          <p:nvPr/>
        </p:nvSpPr>
        <p:spPr>
          <a:xfrm>
            <a:off x="812750" y="2350575"/>
            <a:ext cx="1991400" cy="6918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600"/>
              </a:spcAft>
              <a:buNone/>
            </a:pPr>
            <a:r>
              <a:rPr lang="en-GB" sz="1000">
                <a:solidFill>
                  <a:srgbClr val="D9D9D9"/>
                </a:solidFill>
                <a:latin typeface="Lato"/>
                <a:ea typeface="Lato"/>
                <a:cs typeface="Lato"/>
                <a:sym typeface="Lato"/>
              </a:rPr>
              <a:t>Freemium Model</a:t>
            </a:r>
            <a:endParaRPr sz="1000">
              <a:solidFill>
                <a:srgbClr val="D9D9D9"/>
              </a:solidFill>
              <a:latin typeface="Lato"/>
              <a:ea typeface="Lato"/>
              <a:cs typeface="Lato"/>
              <a:sym typeface="Lato"/>
            </a:endParaRPr>
          </a:p>
        </p:txBody>
      </p:sp>
      <p:sp>
        <p:nvSpPr>
          <p:cNvPr id="303" name="Google Shape;303;p26"/>
          <p:cNvSpPr txBox="1"/>
          <p:nvPr/>
        </p:nvSpPr>
        <p:spPr>
          <a:xfrm>
            <a:off x="812750" y="3320125"/>
            <a:ext cx="1854000" cy="444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GB" sz="1600">
                <a:solidFill>
                  <a:srgbClr val="FFFFFF"/>
                </a:solidFill>
                <a:latin typeface="Montserrat"/>
                <a:ea typeface="Montserrat"/>
                <a:cs typeface="Montserrat"/>
                <a:sym typeface="Montserrat"/>
              </a:rPr>
              <a:t>Share</a:t>
            </a:r>
            <a:endParaRPr/>
          </a:p>
        </p:txBody>
      </p:sp>
      <p:sp>
        <p:nvSpPr>
          <p:cNvPr id="304" name="Google Shape;304;p26"/>
          <p:cNvSpPr txBox="1"/>
          <p:nvPr/>
        </p:nvSpPr>
        <p:spPr>
          <a:xfrm>
            <a:off x="812750" y="3763375"/>
            <a:ext cx="1991400" cy="6918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600"/>
              </a:spcAft>
              <a:buNone/>
            </a:pPr>
            <a:r>
              <a:rPr lang="en-GB" sz="1000">
                <a:solidFill>
                  <a:srgbClr val="D9D9D9"/>
                </a:solidFill>
                <a:latin typeface="Lato"/>
                <a:ea typeface="Lato"/>
                <a:cs typeface="Lato"/>
                <a:sym typeface="Lato"/>
              </a:rPr>
              <a:t>AI tools and subscriptions, share to beta testing as well.</a:t>
            </a:r>
            <a:endParaRPr sz="1000">
              <a:solidFill>
                <a:srgbClr val="D9D9D9"/>
              </a:solidFill>
              <a:latin typeface="Lato"/>
              <a:ea typeface="Lato"/>
              <a:cs typeface="Lato"/>
              <a:sym typeface="Lato"/>
            </a:endParaRPr>
          </a:p>
        </p:txBody>
      </p:sp>
      <p:sp>
        <p:nvSpPr>
          <p:cNvPr id="305" name="Google Shape;305;p26"/>
          <p:cNvSpPr txBox="1"/>
          <p:nvPr/>
        </p:nvSpPr>
        <p:spPr>
          <a:xfrm>
            <a:off x="6548585" y="1907325"/>
            <a:ext cx="1854000" cy="444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GB" sz="1600">
                <a:solidFill>
                  <a:srgbClr val="FFFFFF"/>
                </a:solidFill>
                <a:latin typeface="Montserrat"/>
                <a:ea typeface="Montserrat"/>
                <a:cs typeface="Montserrat"/>
                <a:sym typeface="Montserrat"/>
              </a:rPr>
              <a:t>Refine</a:t>
            </a:r>
            <a:endParaRPr/>
          </a:p>
        </p:txBody>
      </p:sp>
      <p:sp>
        <p:nvSpPr>
          <p:cNvPr id="306" name="Google Shape;306;p26"/>
          <p:cNvSpPr txBox="1"/>
          <p:nvPr/>
        </p:nvSpPr>
        <p:spPr>
          <a:xfrm>
            <a:off x="6548585" y="2350575"/>
            <a:ext cx="1991400" cy="6918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600"/>
              </a:spcAft>
              <a:buNone/>
            </a:pPr>
            <a:r>
              <a:rPr lang="en-GB" sz="1000">
                <a:solidFill>
                  <a:srgbClr val="D9D9D9"/>
                </a:solidFill>
                <a:latin typeface="Lato"/>
                <a:ea typeface="Lato"/>
                <a:cs typeface="Lato"/>
                <a:sym typeface="Lato"/>
              </a:rPr>
              <a:t>Retest and include new components that will help the overall product.</a:t>
            </a:r>
            <a:endParaRPr sz="1000">
              <a:solidFill>
                <a:srgbClr val="D9D9D9"/>
              </a:solidFill>
              <a:latin typeface="Lato"/>
              <a:ea typeface="Lato"/>
              <a:cs typeface="Lato"/>
              <a:sym typeface="Lato"/>
            </a:endParaRPr>
          </a:p>
        </p:txBody>
      </p:sp>
      <p:sp>
        <p:nvSpPr>
          <p:cNvPr id="307" name="Google Shape;307;p26"/>
          <p:cNvSpPr txBox="1"/>
          <p:nvPr/>
        </p:nvSpPr>
        <p:spPr>
          <a:xfrm>
            <a:off x="6548585" y="3320125"/>
            <a:ext cx="1854000" cy="444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GB" sz="1600">
                <a:solidFill>
                  <a:srgbClr val="FFFFFF"/>
                </a:solidFill>
                <a:latin typeface="Montserrat"/>
                <a:ea typeface="Montserrat"/>
                <a:cs typeface="Montserrat"/>
                <a:sym typeface="Montserrat"/>
              </a:rPr>
              <a:t>Get feedback</a:t>
            </a:r>
            <a:endParaRPr/>
          </a:p>
        </p:txBody>
      </p:sp>
      <p:sp>
        <p:nvSpPr>
          <p:cNvPr id="308" name="Google Shape;308;p26"/>
          <p:cNvSpPr txBox="1"/>
          <p:nvPr/>
        </p:nvSpPr>
        <p:spPr>
          <a:xfrm>
            <a:off x="6548585" y="3763375"/>
            <a:ext cx="1991400" cy="6918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600"/>
              </a:spcAft>
              <a:buNone/>
            </a:pPr>
            <a:r>
              <a:rPr lang="en-GB" sz="1000">
                <a:solidFill>
                  <a:srgbClr val="D9D9D9"/>
                </a:solidFill>
                <a:latin typeface="Lato"/>
                <a:ea typeface="Lato"/>
                <a:cs typeface="Lato"/>
                <a:sym typeface="Lato"/>
              </a:rPr>
              <a:t>Require a </a:t>
            </a:r>
            <a:r>
              <a:rPr lang="en-GB" sz="1000">
                <a:solidFill>
                  <a:srgbClr val="D9D9D9"/>
                </a:solidFill>
                <a:latin typeface="Lato"/>
                <a:ea typeface="Lato"/>
                <a:cs typeface="Lato"/>
                <a:sym typeface="Lato"/>
              </a:rPr>
              <a:t>feedback</a:t>
            </a:r>
            <a:r>
              <a:rPr lang="en-GB" sz="1000">
                <a:solidFill>
                  <a:srgbClr val="D9D9D9"/>
                </a:solidFill>
                <a:latin typeface="Lato"/>
                <a:ea typeface="Lato"/>
                <a:cs typeface="Lato"/>
                <a:sym typeface="Lato"/>
              </a:rPr>
              <a:t> sheet per use to see the overall rating.</a:t>
            </a:r>
            <a:endParaRPr sz="1000">
              <a:solidFill>
                <a:srgbClr val="D9D9D9"/>
              </a:solidFill>
              <a:latin typeface="Lato"/>
              <a:ea typeface="Lato"/>
              <a:cs typeface="Lato"/>
              <a:sym typeface="Lato"/>
            </a:endParaRPr>
          </a:p>
        </p:txBody>
      </p:sp>
      <p:cxnSp>
        <p:nvCxnSpPr>
          <p:cNvPr id="309" name="Google Shape;309;p26"/>
          <p:cNvCxnSpPr/>
          <p:nvPr/>
        </p:nvCxnSpPr>
        <p:spPr>
          <a:xfrm flipH="1">
            <a:off x="780745" y="1641850"/>
            <a:ext cx="7596300" cy="10500"/>
          </a:xfrm>
          <a:prstGeom prst="straightConnector1">
            <a:avLst/>
          </a:prstGeom>
          <a:noFill/>
          <a:ln cap="flat" cmpd="sng" w="9525">
            <a:solidFill>
              <a:srgbClr val="B7B7B7"/>
            </a:solidFill>
            <a:prstDash val="solid"/>
            <a:round/>
            <a:headEnd len="med" w="med" type="none"/>
            <a:tailEnd len="med" w="med" type="none"/>
          </a:ln>
        </p:spPr>
      </p:cxnSp>
      <p:cxnSp>
        <p:nvCxnSpPr>
          <p:cNvPr id="310" name="Google Shape;310;p26"/>
          <p:cNvCxnSpPr/>
          <p:nvPr/>
        </p:nvCxnSpPr>
        <p:spPr>
          <a:xfrm flipH="1">
            <a:off x="780842" y="3044098"/>
            <a:ext cx="2275500" cy="10500"/>
          </a:xfrm>
          <a:prstGeom prst="straightConnector1">
            <a:avLst/>
          </a:prstGeom>
          <a:noFill/>
          <a:ln cap="flat" cmpd="sng" w="9525">
            <a:solidFill>
              <a:srgbClr val="FFFFFF"/>
            </a:solidFill>
            <a:prstDash val="dot"/>
            <a:round/>
            <a:headEnd len="med" w="med" type="none"/>
            <a:tailEnd len="med" w="med" type="none"/>
          </a:ln>
        </p:spPr>
      </p:cxnSp>
      <p:cxnSp>
        <p:nvCxnSpPr>
          <p:cNvPr id="311" name="Google Shape;311;p26"/>
          <p:cNvCxnSpPr/>
          <p:nvPr/>
        </p:nvCxnSpPr>
        <p:spPr>
          <a:xfrm flipH="1">
            <a:off x="6101542" y="3044098"/>
            <a:ext cx="2275500" cy="10500"/>
          </a:xfrm>
          <a:prstGeom prst="straightConnector1">
            <a:avLst/>
          </a:prstGeom>
          <a:noFill/>
          <a:ln cap="flat" cmpd="sng" w="9525">
            <a:solidFill>
              <a:srgbClr val="FFFFFF"/>
            </a:solidFill>
            <a:prstDash val="dot"/>
            <a:round/>
            <a:headEnd len="med" w="med" type="none"/>
            <a:tailEnd len="med" w="med" type="none"/>
          </a:ln>
        </p:spPr>
      </p:cxnSp>
      <p:cxnSp>
        <p:nvCxnSpPr>
          <p:cNvPr id="312" name="Google Shape;312;p26"/>
          <p:cNvCxnSpPr/>
          <p:nvPr/>
        </p:nvCxnSpPr>
        <p:spPr>
          <a:xfrm flipH="1">
            <a:off x="780745" y="4455175"/>
            <a:ext cx="7596300" cy="10500"/>
          </a:xfrm>
          <a:prstGeom prst="straightConnector1">
            <a:avLst/>
          </a:prstGeom>
          <a:noFill/>
          <a:ln cap="flat" cmpd="sng" w="9525">
            <a:solidFill>
              <a:srgbClr val="B7B7B7"/>
            </a:solidFill>
            <a:prstDash val="solid"/>
            <a:round/>
            <a:headEnd len="med" w="med" type="none"/>
            <a:tailEnd len="med" w="med" type="none"/>
          </a:ln>
        </p:spPr>
      </p:cxnSp>
      <p:sp>
        <p:nvSpPr>
          <p:cNvPr id="313" name="Google Shape;313;p26"/>
          <p:cNvSpPr/>
          <p:nvPr/>
        </p:nvSpPr>
        <p:spPr>
          <a:xfrm>
            <a:off x="3171573" y="1660783"/>
            <a:ext cx="2787300" cy="2787300"/>
          </a:xfrm>
          <a:prstGeom prst="pie">
            <a:avLst>
              <a:gd fmla="val 10795717" name="adj1"/>
              <a:gd fmla="val 16201261" name="adj2"/>
            </a:avLst>
          </a:prstGeom>
          <a:solidFill>
            <a:srgbClr val="9BC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26"/>
          <p:cNvSpPr/>
          <p:nvPr/>
        </p:nvSpPr>
        <p:spPr>
          <a:xfrm rot="5400000">
            <a:off x="3171560" y="1660783"/>
            <a:ext cx="2787300" cy="2787300"/>
          </a:xfrm>
          <a:prstGeom prst="pie">
            <a:avLst>
              <a:gd fmla="val 10795717" name="adj1"/>
              <a:gd fmla="val 16201261" name="adj2"/>
            </a:avLst>
          </a:prstGeom>
          <a:solidFill>
            <a:srgbClr val="0D47A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26"/>
          <p:cNvSpPr/>
          <p:nvPr/>
        </p:nvSpPr>
        <p:spPr>
          <a:xfrm rot="10800000">
            <a:off x="3171560" y="1660768"/>
            <a:ext cx="2787300" cy="2787300"/>
          </a:xfrm>
          <a:prstGeom prst="pie">
            <a:avLst>
              <a:gd fmla="val 10795717" name="adj1"/>
              <a:gd fmla="val 16201261" name="adj2"/>
            </a:avLst>
          </a:prstGeom>
          <a:solidFill>
            <a:srgbClr val="1976D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26"/>
          <p:cNvSpPr/>
          <p:nvPr/>
        </p:nvSpPr>
        <p:spPr>
          <a:xfrm rot="-5400000">
            <a:off x="3171573" y="1660768"/>
            <a:ext cx="2787300" cy="2787300"/>
          </a:xfrm>
          <a:prstGeom prst="pie">
            <a:avLst>
              <a:gd fmla="val 10795717" name="adj1"/>
              <a:gd fmla="val 16201261" name="adj2"/>
            </a:avLst>
          </a:prstGeom>
          <a:solidFill>
            <a:srgbClr val="2196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17" name="Google Shape;317;p26"/>
          <p:cNvGrpSpPr/>
          <p:nvPr/>
        </p:nvGrpSpPr>
        <p:grpSpPr>
          <a:xfrm>
            <a:off x="3078687" y="2700858"/>
            <a:ext cx="737729" cy="737729"/>
            <a:chOff x="2920647" y="2157958"/>
            <a:chExt cx="827700" cy="827700"/>
          </a:xfrm>
        </p:grpSpPr>
        <p:sp>
          <p:nvSpPr>
            <p:cNvPr id="318" name="Google Shape;318;p26"/>
            <p:cNvSpPr/>
            <p:nvPr/>
          </p:nvSpPr>
          <p:spPr>
            <a:xfrm rot="2368348">
              <a:off x="3040494" y="2277805"/>
              <a:ext cx="588007" cy="588007"/>
            </a:xfrm>
            <a:prstGeom prst="pie">
              <a:avLst>
                <a:gd fmla="val 18953478" name="adj1"/>
                <a:gd fmla="val 8381030" name="adj2"/>
              </a:avLst>
            </a:prstGeom>
            <a:solidFill>
              <a:srgbClr val="9BC5E9"/>
            </a:solidFill>
            <a:ln>
              <a:noFill/>
            </a:ln>
            <a:effectLst>
              <a:outerShdw blurRad="228600" rotWithShape="0" algn="tl" dir="5400000" dist="50800">
                <a:srgbClr val="000000">
                  <a:alpha val="5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26"/>
            <p:cNvSpPr/>
            <p:nvPr/>
          </p:nvSpPr>
          <p:spPr>
            <a:xfrm rot="248723">
              <a:off x="3023158" y="2234335"/>
              <a:ext cx="655715" cy="655993"/>
            </a:xfrm>
            <a:prstGeom prst="chord">
              <a:avLst>
                <a:gd fmla="val 2500565" name="adj1"/>
                <a:gd fmla="val 1811979" name="adj2"/>
              </a:avLst>
            </a:prstGeom>
            <a:solidFill>
              <a:srgbClr val="9BC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0" name="Google Shape;320;p26"/>
          <p:cNvSpPr txBox="1"/>
          <p:nvPr/>
        </p:nvSpPr>
        <p:spPr>
          <a:xfrm>
            <a:off x="3199194" y="2882857"/>
            <a:ext cx="507900" cy="266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sz="1600">
                <a:solidFill>
                  <a:srgbClr val="FFFFFF"/>
                </a:solidFill>
                <a:latin typeface="Roboto"/>
                <a:ea typeface="Roboto"/>
                <a:cs typeface="Roboto"/>
                <a:sym typeface="Roboto"/>
              </a:rPr>
              <a:t>01</a:t>
            </a:r>
            <a:endParaRPr b="1" sz="1600">
              <a:solidFill>
                <a:srgbClr val="FFFFFF"/>
              </a:solidFill>
              <a:latin typeface="Roboto"/>
              <a:ea typeface="Roboto"/>
              <a:cs typeface="Roboto"/>
              <a:sym typeface="Roboto"/>
            </a:endParaRPr>
          </a:p>
        </p:txBody>
      </p:sp>
      <p:grpSp>
        <p:nvGrpSpPr>
          <p:cNvPr id="321" name="Google Shape;321;p26"/>
          <p:cNvGrpSpPr/>
          <p:nvPr/>
        </p:nvGrpSpPr>
        <p:grpSpPr>
          <a:xfrm rot="-5400000">
            <a:off x="4225338" y="3802929"/>
            <a:ext cx="737729" cy="737729"/>
            <a:chOff x="2920647" y="2157958"/>
            <a:chExt cx="827700" cy="827700"/>
          </a:xfrm>
        </p:grpSpPr>
        <p:sp>
          <p:nvSpPr>
            <p:cNvPr id="322" name="Google Shape;322;p26"/>
            <p:cNvSpPr/>
            <p:nvPr/>
          </p:nvSpPr>
          <p:spPr>
            <a:xfrm rot="2368348">
              <a:off x="3040494" y="2277805"/>
              <a:ext cx="588007" cy="588007"/>
            </a:xfrm>
            <a:prstGeom prst="pie">
              <a:avLst>
                <a:gd fmla="val 18953478" name="adj1"/>
                <a:gd fmla="val 8381030" name="adj2"/>
              </a:avLst>
            </a:prstGeom>
            <a:solidFill>
              <a:srgbClr val="2196F3"/>
            </a:solidFill>
            <a:ln>
              <a:noFill/>
            </a:ln>
            <a:effectLst>
              <a:outerShdw blurRad="228600" rotWithShape="0" algn="tl" dir="5400000" dist="50800">
                <a:srgbClr val="000000">
                  <a:alpha val="5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26"/>
            <p:cNvSpPr/>
            <p:nvPr/>
          </p:nvSpPr>
          <p:spPr>
            <a:xfrm rot="248723">
              <a:off x="3023158" y="2234335"/>
              <a:ext cx="655715" cy="655993"/>
            </a:xfrm>
            <a:prstGeom prst="chord">
              <a:avLst>
                <a:gd fmla="val 2500565" name="adj1"/>
                <a:gd fmla="val 1811979" name="adj2"/>
              </a:avLst>
            </a:prstGeom>
            <a:solidFill>
              <a:srgbClr val="2196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4" name="Google Shape;324;p26"/>
          <p:cNvSpPr txBox="1"/>
          <p:nvPr/>
        </p:nvSpPr>
        <p:spPr>
          <a:xfrm>
            <a:off x="4320431" y="3970948"/>
            <a:ext cx="507900" cy="266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sz="1600">
                <a:solidFill>
                  <a:srgbClr val="FFFFFF"/>
                </a:solidFill>
                <a:latin typeface="Roboto"/>
                <a:ea typeface="Roboto"/>
                <a:cs typeface="Roboto"/>
                <a:sym typeface="Roboto"/>
              </a:rPr>
              <a:t>02</a:t>
            </a:r>
            <a:endParaRPr b="1" sz="1600">
              <a:solidFill>
                <a:srgbClr val="FFFFFF"/>
              </a:solidFill>
              <a:latin typeface="Roboto"/>
              <a:ea typeface="Roboto"/>
              <a:cs typeface="Roboto"/>
              <a:sym typeface="Roboto"/>
            </a:endParaRPr>
          </a:p>
        </p:txBody>
      </p:sp>
      <p:grpSp>
        <p:nvGrpSpPr>
          <p:cNvPr id="325" name="Google Shape;325;p26"/>
          <p:cNvGrpSpPr/>
          <p:nvPr/>
        </p:nvGrpSpPr>
        <p:grpSpPr>
          <a:xfrm>
            <a:off x="5313093" y="2700655"/>
            <a:ext cx="737804" cy="737804"/>
            <a:chOff x="5428888" y="2158023"/>
            <a:chExt cx="828900" cy="828900"/>
          </a:xfrm>
        </p:grpSpPr>
        <p:sp>
          <p:nvSpPr>
            <p:cNvPr id="326" name="Google Shape;326;p26"/>
            <p:cNvSpPr/>
            <p:nvPr/>
          </p:nvSpPr>
          <p:spPr>
            <a:xfrm rot="-8431175">
              <a:off x="5548912" y="2278047"/>
              <a:ext cx="588851" cy="588851"/>
            </a:xfrm>
            <a:prstGeom prst="pie">
              <a:avLst>
                <a:gd fmla="val 19686997" name="adj1"/>
                <a:gd fmla="val 7771013" name="adj2"/>
              </a:avLst>
            </a:prstGeom>
            <a:solidFill>
              <a:srgbClr val="1976D2"/>
            </a:solidFill>
            <a:ln>
              <a:noFill/>
            </a:ln>
            <a:effectLst>
              <a:outerShdw blurRad="228600" rotWithShape="0" algn="tl" dir="5400000" dist="50800">
                <a:srgbClr val="000000">
                  <a:alpha val="5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26"/>
            <p:cNvSpPr/>
            <p:nvPr/>
          </p:nvSpPr>
          <p:spPr>
            <a:xfrm rot="-10551618">
              <a:off x="5498383" y="2253584"/>
              <a:ext cx="656613" cy="656891"/>
            </a:xfrm>
            <a:prstGeom prst="chord">
              <a:avLst>
                <a:gd fmla="val 2500565" name="adj1"/>
                <a:gd fmla="val 1811979" name="adj2"/>
              </a:avLst>
            </a:prstGeom>
            <a:solidFill>
              <a:srgbClr val="1976D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8" name="Google Shape;328;p26"/>
          <p:cNvSpPr txBox="1"/>
          <p:nvPr/>
        </p:nvSpPr>
        <p:spPr>
          <a:xfrm>
            <a:off x="5404083" y="2882857"/>
            <a:ext cx="507900" cy="266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sz="1600">
                <a:solidFill>
                  <a:srgbClr val="FFFFFF"/>
                </a:solidFill>
                <a:latin typeface="Roboto"/>
                <a:ea typeface="Roboto"/>
                <a:cs typeface="Roboto"/>
                <a:sym typeface="Roboto"/>
              </a:rPr>
              <a:t>03</a:t>
            </a:r>
            <a:endParaRPr b="1" sz="1600">
              <a:solidFill>
                <a:srgbClr val="FFFFFF"/>
              </a:solidFill>
              <a:latin typeface="Roboto"/>
              <a:ea typeface="Roboto"/>
              <a:cs typeface="Roboto"/>
              <a:sym typeface="Roboto"/>
            </a:endParaRPr>
          </a:p>
        </p:txBody>
      </p:sp>
      <p:grpSp>
        <p:nvGrpSpPr>
          <p:cNvPr id="329" name="Google Shape;329;p26"/>
          <p:cNvGrpSpPr/>
          <p:nvPr/>
        </p:nvGrpSpPr>
        <p:grpSpPr>
          <a:xfrm rot="5400000">
            <a:off x="4193370" y="1569752"/>
            <a:ext cx="737729" cy="737729"/>
            <a:chOff x="2920647" y="2157958"/>
            <a:chExt cx="827700" cy="827700"/>
          </a:xfrm>
        </p:grpSpPr>
        <p:sp>
          <p:nvSpPr>
            <p:cNvPr id="330" name="Google Shape;330;p26"/>
            <p:cNvSpPr/>
            <p:nvPr/>
          </p:nvSpPr>
          <p:spPr>
            <a:xfrm rot="2368348">
              <a:off x="3040494" y="2277805"/>
              <a:ext cx="588007" cy="588007"/>
            </a:xfrm>
            <a:prstGeom prst="pie">
              <a:avLst>
                <a:gd fmla="val 18953478" name="adj1"/>
                <a:gd fmla="val 8381030" name="adj2"/>
              </a:avLst>
            </a:prstGeom>
            <a:solidFill>
              <a:srgbClr val="0D47A1"/>
            </a:solidFill>
            <a:ln>
              <a:noFill/>
            </a:ln>
            <a:effectLst>
              <a:outerShdw blurRad="228600" rotWithShape="0" algn="tl" dir="5400000" dist="50800">
                <a:srgbClr val="000000">
                  <a:alpha val="5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26"/>
            <p:cNvSpPr/>
            <p:nvPr/>
          </p:nvSpPr>
          <p:spPr>
            <a:xfrm rot="248723">
              <a:off x="3023158" y="2234335"/>
              <a:ext cx="655715" cy="655993"/>
            </a:xfrm>
            <a:prstGeom prst="chord">
              <a:avLst>
                <a:gd fmla="val 2500565" name="adj1"/>
                <a:gd fmla="val 1811979" name="adj2"/>
              </a:avLst>
            </a:prstGeom>
            <a:solidFill>
              <a:srgbClr val="0D47A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2" name="Google Shape;332;p26"/>
          <p:cNvSpPr txBox="1"/>
          <p:nvPr/>
        </p:nvSpPr>
        <p:spPr>
          <a:xfrm>
            <a:off x="4320431" y="1765093"/>
            <a:ext cx="507900" cy="266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sz="1600">
                <a:solidFill>
                  <a:srgbClr val="FFFFFF"/>
                </a:solidFill>
                <a:latin typeface="Roboto"/>
                <a:ea typeface="Roboto"/>
                <a:cs typeface="Roboto"/>
                <a:sym typeface="Roboto"/>
              </a:rPr>
              <a:t>04</a:t>
            </a:r>
            <a:endParaRPr b="1" sz="1600">
              <a:solidFill>
                <a:srgbClr val="FFFFFF"/>
              </a:solidFill>
              <a:latin typeface="Roboto"/>
              <a:ea typeface="Roboto"/>
              <a:cs typeface="Roboto"/>
              <a:sym typeface="Roboto"/>
            </a:endParaRPr>
          </a:p>
        </p:txBody>
      </p:sp>
      <p:sp>
        <p:nvSpPr>
          <p:cNvPr id="333" name="Google Shape;333;p26"/>
          <p:cNvSpPr/>
          <p:nvPr/>
        </p:nvSpPr>
        <p:spPr>
          <a:xfrm>
            <a:off x="3753714" y="2242913"/>
            <a:ext cx="1623000" cy="1623000"/>
          </a:xfrm>
          <a:prstGeom prst="ellipse">
            <a:avLst/>
          </a:prstGeom>
          <a:solidFill>
            <a:srgbClr val="1B21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27"/>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GB"/>
              <a:t>Business Model</a:t>
            </a:r>
            <a:endParaRPr/>
          </a:p>
        </p:txBody>
      </p:sp>
      <p:sp>
        <p:nvSpPr>
          <p:cNvPr id="339" name="Google Shape;339;p27"/>
          <p:cNvSpPr txBox="1"/>
          <p:nvPr>
            <p:ph idx="1" type="body"/>
          </p:nvPr>
        </p:nvSpPr>
        <p:spPr>
          <a:xfrm>
            <a:off x="1207250" y="875750"/>
            <a:ext cx="7038900" cy="2911200"/>
          </a:xfrm>
          <a:prstGeom prst="rect">
            <a:avLst/>
          </a:prstGeom>
        </p:spPr>
        <p:txBody>
          <a:bodyPr anchorCtr="0" anchor="t" bIns="91425" lIns="91425" spcFirstLastPara="1" rIns="91425" wrap="square" tIns="91425">
            <a:noAutofit/>
          </a:bodyPr>
          <a:lstStyle/>
          <a:p>
            <a:pPr indent="0" lvl="0" marL="0" rtl="0" algn="l">
              <a:lnSpc>
                <a:spcPct val="100000"/>
              </a:lnSpc>
              <a:spcBef>
                <a:spcPts val="1400"/>
              </a:spcBef>
              <a:spcAft>
                <a:spcPts val="0"/>
              </a:spcAft>
              <a:buNone/>
            </a:pPr>
            <a:r>
              <a:rPr b="1" lang="en-GB">
                <a:latin typeface="Times New Roman"/>
                <a:ea typeface="Times New Roman"/>
                <a:cs typeface="Times New Roman"/>
                <a:sym typeface="Times New Roman"/>
              </a:rPr>
              <a:t>Freemium Model</a:t>
            </a:r>
            <a:endParaRPr b="1">
              <a:latin typeface="Times New Roman"/>
              <a:ea typeface="Times New Roman"/>
              <a:cs typeface="Times New Roman"/>
              <a:sym typeface="Times New Roman"/>
            </a:endParaRPr>
          </a:p>
          <a:p>
            <a:pPr indent="-311150" lvl="0" marL="457200" rtl="0" algn="l">
              <a:lnSpc>
                <a:spcPct val="100000"/>
              </a:lnSpc>
              <a:spcBef>
                <a:spcPts val="1400"/>
              </a:spcBef>
              <a:spcAft>
                <a:spcPts val="0"/>
              </a:spcAft>
              <a:buSzPts val="1300"/>
              <a:buFont typeface="Times New Roman"/>
              <a:buChar char="●"/>
            </a:pPr>
            <a:r>
              <a:rPr lang="en-GB">
                <a:latin typeface="Times New Roman"/>
                <a:ea typeface="Times New Roman"/>
                <a:cs typeface="Times New Roman"/>
                <a:sym typeface="Times New Roman"/>
              </a:rPr>
              <a:t>Free version provides basic scheduling and calendar organization</a:t>
            </a:r>
            <a:endParaRPr>
              <a:latin typeface="Times New Roman"/>
              <a:ea typeface="Times New Roman"/>
              <a:cs typeface="Times New Roman"/>
              <a:sym typeface="Times New Roman"/>
            </a:endParaRPr>
          </a:p>
          <a:p>
            <a:pPr indent="-323850" lvl="0" marL="457200" rtl="0" algn="l">
              <a:lnSpc>
                <a:spcPct val="100000"/>
              </a:lnSpc>
              <a:spcBef>
                <a:spcPts val="0"/>
              </a:spcBef>
              <a:spcAft>
                <a:spcPts val="0"/>
              </a:spcAft>
              <a:buSzPts val="1500"/>
              <a:buFont typeface="Times New Roman"/>
              <a:buChar char="●"/>
            </a:pPr>
            <a:r>
              <a:rPr lang="en-GB" sz="1500">
                <a:latin typeface="Times New Roman"/>
                <a:ea typeface="Times New Roman"/>
                <a:cs typeface="Times New Roman"/>
                <a:sym typeface="Times New Roman"/>
              </a:rPr>
              <a:t>Allows students to create and manage simple daily/weekly plans</a:t>
            </a:r>
            <a:endParaRPr sz="1500">
              <a:latin typeface="Times New Roman"/>
              <a:ea typeface="Times New Roman"/>
              <a:cs typeface="Times New Roman"/>
              <a:sym typeface="Times New Roman"/>
            </a:endParaRPr>
          </a:p>
          <a:p>
            <a:pPr indent="-311150" lvl="0" marL="457200" rtl="0" algn="l">
              <a:lnSpc>
                <a:spcPct val="100000"/>
              </a:lnSpc>
              <a:spcBef>
                <a:spcPts val="0"/>
              </a:spcBef>
              <a:spcAft>
                <a:spcPts val="0"/>
              </a:spcAft>
              <a:buSzPts val="1300"/>
              <a:buFont typeface="Times New Roman"/>
              <a:buChar char="●"/>
            </a:pPr>
            <a:r>
              <a:rPr lang="en-GB">
                <a:latin typeface="Times New Roman"/>
                <a:ea typeface="Times New Roman"/>
                <a:cs typeface="Times New Roman"/>
                <a:sym typeface="Times New Roman"/>
              </a:rPr>
              <a:t>Premium version unlocks full AI capabilities</a:t>
            </a:r>
            <a:endParaRPr>
              <a:latin typeface="Times New Roman"/>
              <a:ea typeface="Times New Roman"/>
              <a:cs typeface="Times New Roman"/>
              <a:sym typeface="Times New Roman"/>
            </a:endParaRPr>
          </a:p>
          <a:p>
            <a:pPr indent="-311150" lvl="0" marL="457200" rtl="0" algn="l">
              <a:lnSpc>
                <a:spcPct val="100000"/>
              </a:lnSpc>
              <a:spcBef>
                <a:spcPts val="0"/>
              </a:spcBef>
              <a:spcAft>
                <a:spcPts val="0"/>
              </a:spcAft>
              <a:buSzPts val="1300"/>
              <a:buFont typeface="Times New Roman"/>
              <a:buChar char="●"/>
            </a:pPr>
            <a:r>
              <a:rPr lang="en-GB" sz="1500">
                <a:latin typeface="Times New Roman"/>
                <a:ea typeface="Times New Roman"/>
                <a:cs typeface="Times New Roman"/>
                <a:sym typeface="Times New Roman"/>
              </a:rPr>
              <a:t>Includes real-time schedule adjustments, predictive workload analysis, and personalized insights</a:t>
            </a:r>
            <a:endParaRPr>
              <a:latin typeface="Times New Roman"/>
              <a:ea typeface="Times New Roman"/>
              <a:cs typeface="Times New Roman"/>
              <a:sym typeface="Times New Roman"/>
            </a:endParaRPr>
          </a:p>
          <a:p>
            <a:pPr indent="0" lvl="0" marL="0" rtl="0" algn="l">
              <a:lnSpc>
                <a:spcPct val="100000"/>
              </a:lnSpc>
              <a:spcBef>
                <a:spcPts val="1400"/>
              </a:spcBef>
              <a:spcAft>
                <a:spcPts val="0"/>
              </a:spcAft>
              <a:buNone/>
            </a:pPr>
            <a:r>
              <a:rPr b="1" lang="en-GB">
                <a:latin typeface="Times New Roman"/>
                <a:ea typeface="Times New Roman"/>
                <a:cs typeface="Times New Roman"/>
                <a:sym typeface="Times New Roman"/>
              </a:rPr>
              <a:t>Revenue Streams</a:t>
            </a:r>
            <a:endParaRPr b="1">
              <a:latin typeface="Times New Roman"/>
              <a:ea typeface="Times New Roman"/>
              <a:cs typeface="Times New Roman"/>
              <a:sym typeface="Times New Roman"/>
            </a:endParaRPr>
          </a:p>
          <a:p>
            <a:pPr indent="-298450" lvl="0" marL="457200" rtl="0" algn="l">
              <a:lnSpc>
                <a:spcPct val="100000"/>
              </a:lnSpc>
              <a:spcBef>
                <a:spcPts val="1200"/>
              </a:spcBef>
              <a:spcAft>
                <a:spcPts val="0"/>
              </a:spcAft>
              <a:buSzPts val="1100"/>
              <a:buFont typeface="Times New Roman"/>
              <a:buChar char="●"/>
            </a:pPr>
            <a:r>
              <a:rPr lang="en-GB" sz="1100">
                <a:latin typeface="Times New Roman"/>
                <a:ea typeface="Times New Roman"/>
                <a:cs typeface="Times New Roman"/>
                <a:sym typeface="Times New Roman"/>
              </a:rPr>
              <a:t>Monthly subscription ($5–10/month) for premium features</a:t>
            </a:r>
            <a:endParaRPr sz="1100">
              <a:latin typeface="Times New Roman"/>
              <a:ea typeface="Times New Roman"/>
              <a:cs typeface="Times New Roman"/>
              <a:sym typeface="Times New Roman"/>
            </a:endParaRPr>
          </a:p>
          <a:p>
            <a:pPr indent="-298450" lvl="1" marL="914400" rtl="0" algn="l">
              <a:lnSpc>
                <a:spcPct val="100000"/>
              </a:lnSpc>
              <a:spcBef>
                <a:spcPts val="0"/>
              </a:spcBef>
              <a:spcAft>
                <a:spcPts val="0"/>
              </a:spcAft>
              <a:buSzPts val="1100"/>
              <a:buFont typeface="Times New Roman"/>
              <a:buChar char="○"/>
            </a:pPr>
            <a:r>
              <a:rPr lang="en-GB">
                <a:latin typeface="Times New Roman"/>
                <a:ea typeface="Times New Roman"/>
                <a:cs typeface="Times New Roman"/>
                <a:sym typeface="Times New Roman"/>
              </a:rPr>
              <a:t>Affordable pricing targeted toward college students </a:t>
            </a:r>
            <a:r>
              <a:rPr lang="en-GB" sz="1100">
                <a:latin typeface="Times New Roman"/>
                <a:ea typeface="Times New Roman"/>
                <a:cs typeface="Times New Roman"/>
                <a:sym typeface="Times New Roman"/>
              </a:rPr>
              <a:t>University partnerships and licensin</a:t>
            </a:r>
            <a:r>
              <a:rPr lang="en-GB">
                <a:latin typeface="Times New Roman"/>
                <a:ea typeface="Times New Roman"/>
                <a:cs typeface="Times New Roman"/>
                <a:sym typeface="Times New Roman"/>
              </a:rPr>
              <a:t>g</a:t>
            </a:r>
            <a:endParaRPr>
              <a:latin typeface="Times New Roman"/>
              <a:ea typeface="Times New Roman"/>
              <a:cs typeface="Times New Roman"/>
              <a:sym typeface="Times New Roman"/>
            </a:endParaRPr>
          </a:p>
          <a:p>
            <a:pPr indent="-298450" lvl="0" marL="457200" rtl="0" algn="l">
              <a:lnSpc>
                <a:spcPct val="100000"/>
              </a:lnSpc>
              <a:spcBef>
                <a:spcPts val="0"/>
              </a:spcBef>
              <a:spcAft>
                <a:spcPts val="0"/>
              </a:spcAft>
              <a:buSzPts val="1100"/>
              <a:buFont typeface="Times New Roman"/>
              <a:buChar char="●"/>
            </a:pPr>
            <a:r>
              <a:rPr lang="en-GB">
                <a:latin typeface="Times New Roman"/>
                <a:ea typeface="Times New Roman"/>
                <a:cs typeface="Times New Roman"/>
                <a:sym typeface="Times New Roman"/>
              </a:rPr>
              <a:t>Schools can offer SmartSchedule AI to students as part of academic support services </a:t>
            </a:r>
            <a:r>
              <a:rPr lang="en-GB" sz="1100">
                <a:latin typeface="Times New Roman"/>
                <a:ea typeface="Times New Roman"/>
                <a:cs typeface="Times New Roman"/>
                <a:sym typeface="Times New Roman"/>
              </a:rPr>
              <a:t>Future expansion opportunities</a:t>
            </a:r>
            <a:endParaRPr sz="1100">
              <a:latin typeface="Times New Roman"/>
              <a:ea typeface="Times New Roman"/>
              <a:cs typeface="Times New Roman"/>
              <a:sym typeface="Times New Roman"/>
            </a:endParaRPr>
          </a:p>
          <a:p>
            <a:pPr indent="-298450" lvl="1" marL="914400" rtl="0" algn="l">
              <a:lnSpc>
                <a:spcPct val="100000"/>
              </a:lnSpc>
              <a:spcBef>
                <a:spcPts val="0"/>
              </a:spcBef>
              <a:spcAft>
                <a:spcPts val="0"/>
              </a:spcAft>
              <a:buSzPts val="1100"/>
              <a:buFont typeface="Times New Roman"/>
              <a:buChar char="○"/>
            </a:pPr>
            <a:r>
              <a:rPr lang="en-GB">
                <a:latin typeface="Times New Roman"/>
                <a:ea typeface="Times New Roman"/>
                <a:cs typeface="Times New Roman"/>
                <a:sym typeface="Times New Roman"/>
              </a:rPr>
              <a:t>Integration with academic platforms (Canvas, Blackboard)</a:t>
            </a:r>
            <a:endParaRPr>
              <a:latin typeface="Times New Roman"/>
              <a:ea typeface="Times New Roman"/>
              <a:cs typeface="Times New Roman"/>
              <a:sym typeface="Times New Roman"/>
            </a:endParaRPr>
          </a:p>
          <a:p>
            <a:pPr indent="-298450" lvl="1" marL="914400" rtl="0" algn="l">
              <a:lnSpc>
                <a:spcPct val="100000"/>
              </a:lnSpc>
              <a:spcBef>
                <a:spcPts val="0"/>
              </a:spcBef>
              <a:spcAft>
                <a:spcPts val="0"/>
              </a:spcAft>
              <a:buSzPts val="1100"/>
              <a:buFont typeface="Times New Roman"/>
              <a:buChar char="○"/>
            </a:pPr>
            <a:r>
              <a:rPr lang="en-GB">
                <a:latin typeface="Times New Roman"/>
                <a:ea typeface="Times New Roman"/>
                <a:cs typeface="Times New Roman"/>
                <a:sym typeface="Times New Roman"/>
              </a:rPr>
              <a:t>Potential corporate partnerships for productivity tools</a:t>
            </a:r>
            <a:endParaRPr>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28"/>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GB">
                <a:latin typeface="Times New Roman"/>
                <a:ea typeface="Times New Roman"/>
                <a:cs typeface="Times New Roman"/>
                <a:sym typeface="Times New Roman"/>
              </a:rPr>
              <a:t>Impact </a:t>
            </a:r>
            <a:endParaRPr>
              <a:latin typeface="Times New Roman"/>
              <a:ea typeface="Times New Roman"/>
              <a:cs typeface="Times New Roman"/>
              <a:sym typeface="Times New Roman"/>
            </a:endParaRPr>
          </a:p>
        </p:txBody>
      </p:sp>
      <p:sp>
        <p:nvSpPr>
          <p:cNvPr id="345" name="Google Shape;345;p28"/>
          <p:cNvSpPr txBox="1"/>
          <p:nvPr>
            <p:ph idx="1" type="body"/>
          </p:nvPr>
        </p:nvSpPr>
        <p:spPr>
          <a:xfrm>
            <a:off x="1207250" y="875750"/>
            <a:ext cx="7038900" cy="2911200"/>
          </a:xfrm>
          <a:prstGeom prst="rect">
            <a:avLst/>
          </a:prstGeom>
        </p:spPr>
        <p:txBody>
          <a:bodyPr anchorCtr="0" anchor="t" bIns="91425" lIns="91425" spcFirstLastPara="1" rIns="91425" wrap="square" tIns="91425">
            <a:noAutofit/>
          </a:bodyPr>
          <a:lstStyle/>
          <a:p>
            <a:pPr indent="0" lvl="0" marL="0" rtl="0" algn="l">
              <a:lnSpc>
                <a:spcPct val="100000"/>
              </a:lnSpc>
              <a:spcBef>
                <a:spcPts val="1400"/>
              </a:spcBef>
              <a:spcAft>
                <a:spcPts val="0"/>
              </a:spcAft>
              <a:buNone/>
            </a:pPr>
            <a:r>
              <a:rPr b="1" lang="en-GB">
                <a:latin typeface="Times New Roman"/>
                <a:ea typeface="Times New Roman"/>
                <a:cs typeface="Times New Roman"/>
                <a:sym typeface="Times New Roman"/>
              </a:rPr>
              <a:t>Academic Performance Improvement</a:t>
            </a:r>
            <a:endParaRPr b="1">
              <a:latin typeface="Times New Roman"/>
              <a:ea typeface="Times New Roman"/>
              <a:cs typeface="Times New Roman"/>
              <a:sym typeface="Times New Roman"/>
            </a:endParaRPr>
          </a:p>
          <a:p>
            <a:pPr indent="-311150" lvl="0" marL="457200" rtl="0" algn="l">
              <a:lnSpc>
                <a:spcPct val="100000"/>
              </a:lnSpc>
              <a:spcBef>
                <a:spcPts val="1400"/>
              </a:spcBef>
              <a:spcAft>
                <a:spcPts val="0"/>
              </a:spcAft>
              <a:buSzPts val="1300"/>
              <a:buFont typeface="Times New Roman"/>
              <a:buChar char="●"/>
            </a:pPr>
            <a:r>
              <a:rPr lang="en-GB">
                <a:latin typeface="Times New Roman"/>
                <a:ea typeface="Times New Roman"/>
                <a:cs typeface="Times New Roman"/>
                <a:sym typeface="Times New Roman"/>
              </a:rPr>
              <a:t>Increases GPA by helping students stay ahead of deadlines</a:t>
            </a:r>
            <a:endParaRPr>
              <a:latin typeface="Times New Roman"/>
              <a:ea typeface="Times New Roman"/>
              <a:cs typeface="Times New Roman"/>
              <a:sym typeface="Times New Roman"/>
            </a:endParaRPr>
          </a:p>
          <a:p>
            <a:pPr indent="-311150" lvl="0" marL="457200" rtl="0" algn="l">
              <a:lnSpc>
                <a:spcPct val="100000"/>
              </a:lnSpc>
              <a:spcBef>
                <a:spcPts val="0"/>
              </a:spcBef>
              <a:spcAft>
                <a:spcPts val="0"/>
              </a:spcAft>
              <a:buSzPts val="1300"/>
              <a:buFont typeface="Times New Roman"/>
              <a:buChar char="●"/>
            </a:pPr>
            <a:r>
              <a:rPr lang="en-GB">
                <a:latin typeface="Times New Roman"/>
                <a:ea typeface="Times New Roman"/>
                <a:cs typeface="Times New Roman"/>
                <a:sym typeface="Times New Roman"/>
              </a:rPr>
              <a:t>Encourages consistent study habits instead of last-minute cramming</a:t>
            </a:r>
            <a:endParaRPr>
              <a:latin typeface="Times New Roman"/>
              <a:ea typeface="Times New Roman"/>
              <a:cs typeface="Times New Roman"/>
              <a:sym typeface="Times New Roman"/>
            </a:endParaRPr>
          </a:p>
          <a:p>
            <a:pPr indent="-311150" lvl="0" marL="457200" rtl="0" algn="l">
              <a:lnSpc>
                <a:spcPct val="100000"/>
              </a:lnSpc>
              <a:spcBef>
                <a:spcPts val="0"/>
              </a:spcBef>
              <a:spcAft>
                <a:spcPts val="0"/>
              </a:spcAft>
              <a:buSzPts val="1300"/>
              <a:buFont typeface="Times New Roman"/>
              <a:buChar char="●"/>
            </a:pPr>
            <a:r>
              <a:rPr lang="en-GB">
                <a:latin typeface="Times New Roman"/>
                <a:ea typeface="Times New Roman"/>
                <a:cs typeface="Times New Roman"/>
                <a:sym typeface="Times New Roman"/>
              </a:rPr>
              <a:t>Improves assignment completion rates and overall performance</a:t>
            </a:r>
            <a:endParaRPr>
              <a:latin typeface="Times New Roman"/>
              <a:ea typeface="Times New Roman"/>
              <a:cs typeface="Times New Roman"/>
              <a:sym typeface="Times New Roman"/>
            </a:endParaRPr>
          </a:p>
          <a:p>
            <a:pPr indent="0" lvl="0" marL="0" rtl="0" algn="l">
              <a:lnSpc>
                <a:spcPct val="100000"/>
              </a:lnSpc>
              <a:spcBef>
                <a:spcPts val="1400"/>
              </a:spcBef>
              <a:spcAft>
                <a:spcPts val="0"/>
              </a:spcAft>
              <a:buNone/>
            </a:pPr>
            <a:r>
              <a:rPr b="1" lang="en-GB">
                <a:latin typeface="Times New Roman"/>
                <a:ea typeface="Times New Roman"/>
                <a:cs typeface="Times New Roman"/>
                <a:sym typeface="Times New Roman"/>
              </a:rPr>
              <a:t>Student Well-Being</a:t>
            </a:r>
            <a:endParaRPr b="1">
              <a:latin typeface="Times New Roman"/>
              <a:ea typeface="Times New Roman"/>
              <a:cs typeface="Times New Roman"/>
              <a:sym typeface="Times New Roman"/>
            </a:endParaRPr>
          </a:p>
          <a:p>
            <a:pPr indent="-311150" lvl="0" marL="457200" rtl="0" algn="l">
              <a:lnSpc>
                <a:spcPct val="100000"/>
              </a:lnSpc>
              <a:spcBef>
                <a:spcPts val="1400"/>
              </a:spcBef>
              <a:spcAft>
                <a:spcPts val="0"/>
              </a:spcAft>
              <a:buSzPts val="1300"/>
              <a:buFont typeface="Times New Roman"/>
              <a:buChar char="●"/>
            </a:pPr>
            <a:r>
              <a:rPr lang="en-GB">
                <a:latin typeface="Times New Roman"/>
                <a:ea typeface="Times New Roman"/>
                <a:cs typeface="Times New Roman"/>
                <a:sym typeface="Times New Roman"/>
              </a:rPr>
              <a:t>Reduces stress and anxiety caused by poor time management</a:t>
            </a:r>
            <a:endParaRPr>
              <a:latin typeface="Times New Roman"/>
              <a:ea typeface="Times New Roman"/>
              <a:cs typeface="Times New Roman"/>
              <a:sym typeface="Times New Roman"/>
            </a:endParaRPr>
          </a:p>
          <a:p>
            <a:pPr indent="-311150" lvl="0" marL="457200" rtl="0" algn="l">
              <a:lnSpc>
                <a:spcPct val="100000"/>
              </a:lnSpc>
              <a:spcBef>
                <a:spcPts val="0"/>
              </a:spcBef>
              <a:spcAft>
                <a:spcPts val="0"/>
              </a:spcAft>
              <a:buSzPts val="1300"/>
              <a:buFont typeface="Times New Roman"/>
              <a:buChar char="●"/>
            </a:pPr>
            <a:r>
              <a:rPr lang="en-GB">
                <a:latin typeface="Times New Roman"/>
                <a:ea typeface="Times New Roman"/>
                <a:cs typeface="Times New Roman"/>
                <a:sym typeface="Times New Roman"/>
              </a:rPr>
              <a:t>Prevents burnout by balancing workload with rest and personal time</a:t>
            </a:r>
            <a:endParaRPr>
              <a:latin typeface="Times New Roman"/>
              <a:ea typeface="Times New Roman"/>
              <a:cs typeface="Times New Roman"/>
              <a:sym typeface="Times New Roman"/>
            </a:endParaRPr>
          </a:p>
          <a:p>
            <a:pPr indent="0" lvl="0" marL="0" rtl="0" algn="l">
              <a:lnSpc>
                <a:spcPct val="100000"/>
              </a:lnSpc>
              <a:spcBef>
                <a:spcPts val="1400"/>
              </a:spcBef>
              <a:spcAft>
                <a:spcPts val="0"/>
              </a:spcAft>
              <a:buNone/>
            </a:pPr>
            <a:r>
              <a:rPr b="1" lang="en-GB">
                <a:latin typeface="Times New Roman"/>
                <a:ea typeface="Times New Roman"/>
                <a:cs typeface="Times New Roman"/>
                <a:sym typeface="Times New Roman"/>
              </a:rPr>
              <a:t>Long-Term Success</a:t>
            </a:r>
            <a:endParaRPr b="1">
              <a:latin typeface="Times New Roman"/>
              <a:ea typeface="Times New Roman"/>
              <a:cs typeface="Times New Roman"/>
              <a:sym typeface="Times New Roman"/>
            </a:endParaRPr>
          </a:p>
          <a:p>
            <a:pPr indent="-311150" lvl="0" marL="457200" rtl="0" algn="l">
              <a:lnSpc>
                <a:spcPct val="100000"/>
              </a:lnSpc>
              <a:spcBef>
                <a:spcPts val="1400"/>
              </a:spcBef>
              <a:spcAft>
                <a:spcPts val="0"/>
              </a:spcAft>
              <a:buSzPts val="1300"/>
              <a:buFont typeface="Times New Roman"/>
              <a:buChar char="●"/>
            </a:pPr>
            <a:r>
              <a:rPr lang="en-GB">
                <a:latin typeface="Times New Roman"/>
                <a:ea typeface="Times New Roman"/>
                <a:cs typeface="Times New Roman"/>
                <a:sym typeface="Times New Roman"/>
              </a:rPr>
              <a:t>Prepares students for real-world professional environments</a:t>
            </a:r>
            <a:endParaRPr>
              <a:latin typeface="Times New Roman"/>
              <a:ea typeface="Times New Roman"/>
              <a:cs typeface="Times New Roman"/>
              <a:sym typeface="Times New Roman"/>
            </a:endParaRPr>
          </a:p>
          <a:p>
            <a:pPr indent="-311150" lvl="0" marL="457200" rtl="0" algn="l">
              <a:lnSpc>
                <a:spcPct val="100000"/>
              </a:lnSpc>
              <a:spcBef>
                <a:spcPts val="0"/>
              </a:spcBef>
              <a:spcAft>
                <a:spcPts val="0"/>
              </a:spcAft>
              <a:buSzPts val="1300"/>
              <a:buFont typeface="Times New Roman"/>
              <a:buChar char="●"/>
            </a:pPr>
            <a:r>
              <a:rPr lang="en-GB">
                <a:latin typeface="Times New Roman"/>
                <a:ea typeface="Times New Roman"/>
                <a:cs typeface="Times New Roman"/>
                <a:sym typeface="Times New Roman"/>
              </a:rPr>
              <a:t>Develops discipline, accountability, and self-management</a:t>
            </a:r>
            <a:endParaRPr>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29"/>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GB" sz="3300">
                <a:latin typeface="Times New Roman"/>
                <a:ea typeface="Times New Roman"/>
                <a:cs typeface="Times New Roman"/>
                <a:sym typeface="Times New Roman"/>
              </a:rPr>
              <a:t>Closing</a:t>
            </a:r>
            <a:endParaRPr b="1" sz="3300">
              <a:latin typeface="Times New Roman"/>
              <a:ea typeface="Times New Roman"/>
              <a:cs typeface="Times New Roman"/>
              <a:sym typeface="Times New Roman"/>
            </a:endParaRPr>
          </a:p>
        </p:txBody>
      </p:sp>
      <p:sp>
        <p:nvSpPr>
          <p:cNvPr id="351" name="Google Shape;351;p29"/>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400">
                <a:latin typeface="Times New Roman"/>
                <a:ea typeface="Times New Roman"/>
                <a:cs typeface="Times New Roman"/>
                <a:sym typeface="Times New Roman"/>
              </a:rPr>
              <a:t>Value Proposition</a:t>
            </a:r>
            <a:endParaRPr sz="1400">
              <a:latin typeface="Times New Roman"/>
              <a:ea typeface="Times New Roman"/>
              <a:cs typeface="Times New Roman"/>
              <a:sym typeface="Times New Roman"/>
            </a:endParaRPr>
          </a:p>
          <a:p>
            <a:pPr indent="-317500" lvl="0" marL="457200" rtl="0" algn="l">
              <a:spcBef>
                <a:spcPts val="1600"/>
              </a:spcBef>
              <a:spcAft>
                <a:spcPts val="0"/>
              </a:spcAft>
              <a:buSzPts val="1400"/>
              <a:buFont typeface="Times New Roman"/>
              <a:buChar char="●"/>
            </a:pPr>
            <a:r>
              <a:rPr lang="en-GB" sz="1400">
                <a:latin typeface="Times New Roman"/>
                <a:ea typeface="Times New Roman"/>
                <a:cs typeface="Times New Roman"/>
                <a:sym typeface="Times New Roman"/>
              </a:rPr>
              <a:t>More than a planner</a:t>
            </a:r>
            <a:endParaRPr sz="1400">
              <a:latin typeface="Times New Roman"/>
              <a:ea typeface="Times New Roman"/>
              <a:cs typeface="Times New Roman"/>
              <a:sym typeface="Times New Roman"/>
            </a:endParaRPr>
          </a:p>
          <a:p>
            <a:pPr indent="-317500" lvl="0" marL="457200" rtl="0" algn="l">
              <a:spcBef>
                <a:spcPts val="0"/>
              </a:spcBef>
              <a:spcAft>
                <a:spcPts val="0"/>
              </a:spcAft>
              <a:buSzPts val="1400"/>
              <a:buFont typeface="Times New Roman"/>
              <a:buChar char="●"/>
            </a:pPr>
            <a:r>
              <a:rPr lang="en-GB" sz="1400">
                <a:latin typeface="Times New Roman"/>
                <a:ea typeface="Times New Roman"/>
                <a:cs typeface="Times New Roman"/>
                <a:sym typeface="Times New Roman"/>
              </a:rPr>
              <a:t>A personal success system</a:t>
            </a:r>
            <a:endParaRPr sz="1400">
              <a:latin typeface="Times New Roman"/>
              <a:ea typeface="Times New Roman"/>
              <a:cs typeface="Times New Roman"/>
              <a:sym typeface="Times New Roman"/>
            </a:endParaRPr>
          </a:p>
          <a:p>
            <a:pPr indent="0" lvl="0" marL="0" rtl="0" algn="l">
              <a:spcBef>
                <a:spcPts val="1600"/>
              </a:spcBef>
              <a:spcAft>
                <a:spcPts val="0"/>
              </a:spcAft>
              <a:buNone/>
            </a:pPr>
            <a:r>
              <a:rPr lang="en-GB" sz="1400">
                <a:latin typeface="Times New Roman"/>
                <a:ea typeface="Times New Roman"/>
                <a:cs typeface="Times New Roman"/>
                <a:sym typeface="Times New Roman"/>
              </a:rPr>
              <a:t>Vision</a:t>
            </a:r>
            <a:endParaRPr sz="1400">
              <a:latin typeface="Times New Roman"/>
              <a:ea typeface="Times New Roman"/>
              <a:cs typeface="Times New Roman"/>
              <a:sym typeface="Times New Roman"/>
            </a:endParaRPr>
          </a:p>
          <a:p>
            <a:pPr indent="-317500" lvl="0" marL="457200" rtl="0" algn="l">
              <a:spcBef>
                <a:spcPts val="1600"/>
              </a:spcBef>
              <a:spcAft>
                <a:spcPts val="0"/>
              </a:spcAft>
              <a:buSzPts val="1400"/>
              <a:buFont typeface="Times New Roman"/>
              <a:buChar char="●"/>
            </a:pPr>
            <a:r>
              <a:rPr lang="en-GB" sz="1400">
                <a:latin typeface="Times New Roman"/>
                <a:ea typeface="Times New Roman"/>
                <a:cs typeface="Times New Roman"/>
                <a:sym typeface="Times New Roman"/>
              </a:rPr>
              <a:t>Empowering students through AI</a:t>
            </a:r>
            <a:endParaRPr sz="1400">
              <a:latin typeface="Times New Roman"/>
              <a:ea typeface="Times New Roman"/>
              <a:cs typeface="Times New Roman"/>
              <a:sym typeface="Times New Roman"/>
            </a:endParaRPr>
          </a:p>
          <a:p>
            <a:pPr indent="-317500" lvl="0" marL="457200" rtl="0" algn="l">
              <a:spcBef>
                <a:spcPts val="0"/>
              </a:spcBef>
              <a:spcAft>
                <a:spcPts val="0"/>
              </a:spcAft>
              <a:buSzPts val="1400"/>
              <a:buFont typeface="Times New Roman"/>
              <a:buChar char="●"/>
            </a:pPr>
            <a:r>
              <a:rPr lang="en-GB" sz="1400">
                <a:latin typeface="Times New Roman"/>
                <a:ea typeface="Times New Roman"/>
                <a:cs typeface="Times New Roman"/>
                <a:sym typeface="Times New Roman"/>
              </a:rPr>
              <a:t>Transforming academic</a:t>
            </a:r>
            <a:endParaRPr sz="1400">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30"/>
          <p:cNvSpPr txBox="1"/>
          <p:nvPr>
            <p:ph type="title"/>
          </p:nvPr>
        </p:nvSpPr>
        <p:spPr>
          <a:xfrm>
            <a:off x="702850" y="1708619"/>
            <a:ext cx="3333300" cy="147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2400"/>
              <a:t>Thank you!</a:t>
            </a:r>
            <a:endParaRPr/>
          </a:p>
        </p:txBody>
      </p:sp>
      <p:grpSp>
        <p:nvGrpSpPr>
          <p:cNvPr id="357" name="Google Shape;357;p30"/>
          <p:cNvGrpSpPr/>
          <p:nvPr/>
        </p:nvGrpSpPr>
        <p:grpSpPr>
          <a:xfrm>
            <a:off x="4654186" y="1785178"/>
            <a:ext cx="4042004" cy="2072175"/>
            <a:chOff x="4654186" y="1785178"/>
            <a:chExt cx="4042004" cy="2072175"/>
          </a:xfrm>
        </p:grpSpPr>
        <p:sp>
          <p:nvSpPr>
            <p:cNvPr id="358" name="Google Shape;358;p30"/>
            <p:cNvSpPr/>
            <p:nvPr/>
          </p:nvSpPr>
          <p:spPr>
            <a:xfrm>
              <a:off x="4657290" y="1813753"/>
              <a:ext cx="4038900" cy="2043600"/>
            </a:xfrm>
            <a:prstGeom prst="roundRect">
              <a:avLst>
                <a:gd fmla="val 4551"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30"/>
            <p:cNvSpPr/>
            <p:nvPr/>
          </p:nvSpPr>
          <p:spPr>
            <a:xfrm>
              <a:off x="4654186" y="1785178"/>
              <a:ext cx="4038900" cy="2043600"/>
            </a:xfrm>
            <a:prstGeom prst="roundRect">
              <a:avLst>
                <a:gd fmla="val 4551" name="adj"/>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30"/>
            <p:cNvSpPr/>
            <p:nvPr/>
          </p:nvSpPr>
          <p:spPr>
            <a:xfrm rot="5400000">
              <a:off x="4590717" y="2763677"/>
              <a:ext cx="667200" cy="108600"/>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offset_comp_342327_edited.jpg" id="361" name="Google Shape;361;p30"/>
          <p:cNvPicPr preferRelativeResize="0"/>
          <p:nvPr/>
        </p:nvPicPr>
        <p:blipFill rotWithShape="1">
          <a:blip r:embed="rId3">
            <a:alphaModFix/>
          </a:blip>
          <a:srcRect b="23234" l="37906" r="30828" t="15186"/>
          <a:stretch/>
        </p:blipFill>
        <p:spPr>
          <a:xfrm rot="5400000">
            <a:off x="5783088" y="1076755"/>
            <a:ext cx="2043600" cy="3489000"/>
          </a:xfrm>
          <a:prstGeom prst="round2SameRect">
            <a:avLst>
              <a:gd fmla="val 4129" name="adj1"/>
              <a:gd fmla="val 0" name="adj2"/>
            </a:avLst>
          </a:prstGeom>
          <a:noFill/>
          <a:ln>
            <a:noFill/>
          </a:ln>
        </p:spPr>
      </p:pic>
      <p:sp>
        <p:nvSpPr>
          <p:cNvPr id="362" name="Google Shape;362;p30"/>
          <p:cNvSpPr/>
          <p:nvPr/>
        </p:nvSpPr>
        <p:spPr>
          <a:xfrm flipH="1" rot="5400000">
            <a:off x="5783104" y="1118774"/>
            <a:ext cx="2043600" cy="3405000"/>
          </a:xfrm>
          <a:prstGeom prst="rtTriangle">
            <a:avLst/>
          </a:prstGeom>
          <a:solidFill>
            <a:srgbClr val="000000">
              <a:alpha val="4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63" name="Google Shape;363;p30"/>
          <p:cNvPicPr preferRelativeResize="0"/>
          <p:nvPr/>
        </p:nvPicPr>
        <p:blipFill>
          <a:blip r:embed="rId4">
            <a:alphaModFix/>
          </a:blip>
          <a:stretch>
            <a:fillRect/>
          </a:stretch>
        </p:blipFill>
        <p:spPr>
          <a:xfrm>
            <a:off x="4966325" y="1813750"/>
            <a:ext cx="3729876" cy="20436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